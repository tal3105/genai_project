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2"/>
  </p:notesMasterIdLst>
  <p:sldIdLst>
    <p:sldId id="257" r:id="rId2"/>
    <p:sldId id="282" r:id="rId3"/>
    <p:sldId id="271" r:id="rId4"/>
    <p:sldId id="266" r:id="rId5"/>
    <p:sldId id="285" r:id="rId6"/>
    <p:sldId id="289" r:id="rId7"/>
    <p:sldId id="279" r:id="rId8"/>
    <p:sldId id="264" r:id="rId9"/>
    <p:sldId id="276" r:id="rId10"/>
    <p:sldId id="284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BF7"/>
    <a:srgbClr val="CDE1F3"/>
    <a:srgbClr val="9BC4E9"/>
    <a:srgbClr val="83B6E5"/>
    <a:srgbClr val="99CCFF"/>
    <a:srgbClr val="EAE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DD813-D0D2-4100-BB32-17AB52CD5E21}" v="184" dt="2025-12-23T15:30:09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7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mitzmacher" userId="1505c5102fa662dd" providerId="LiveId" clId="{83F6014E-8E4E-4D41-9E92-0508A0C63AE7}"/>
    <pc:docChg chg="undo custSel addSld delSld modSld sldOrd">
      <pc:chgData name="tal mitzmacher" userId="1505c5102fa662dd" providerId="LiveId" clId="{83F6014E-8E4E-4D41-9E92-0508A0C63AE7}" dt="2025-12-23T15:35:42.412" v="4181" actId="207"/>
      <pc:docMkLst>
        <pc:docMk/>
      </pc:docMkLst>
      <pc:sldChg chg="addSp delSp modSp add del mod ord modClrScheme chgLayout">
        <pc:chgData name="tal mitzmacher" userId="1505c5102fa662dd" providerId="LiveId" clId="{83F6014E-8E4E-4D41-9E92-0508A0C63AE7}" dt="2025-12-23T14:14:45.501" v="2167" actId="2696"/>
        <pc:sldMkLst>
          <pc:docMk/>
          <pc:sldMk cId="0" sldId="258"/>
        </pc:sldMkLst>
        <pc:spChg chg="del mod">
          <ac:chgData name="tal mitzmacher" userId="1505c5102fa662dd" providerId="LiveId" clId="{83F6014E-8E4E-4D41-9E92-0508A0C63AE7}" dt="2025-12-22T08:20:45.056" v="1281" actId="26606"/>
          <ac:spMkLst>
            <pc:docMk/>
            <pc:sldMk cId="0" sldId="258"/>
            <ac:spMk id="48" creationId="{B53CF633-D760-E02D-E271-E483393B4564}"/>
          </ac:spMkLst>
        </pc:spChg>
        <pc:spChg chg="mod">
          <ac:chgData name="tal mitzmacher" userId="1505c5102fa662dd" providerId="LiveId" clId="{83F6014E-8E4E-4D41-9E92-0508A0C63AE7}" dt="2025-12-22T08:21:21.236" v="1295" actId="108"/>
          <ac:spMkLst>
            <pc:docMk/>
            <pc:sldMk cId="0" sldId="258"/>
            <ac:spMk id="846" creationId="{00000000-0000-0000-0000-000000000000}"/>
          </ac:spMkLst>
        </pc:spChg>
        <pc:spChg chg="add mod">
          <ac:chgData name="tal mitzmacher" userId="1505c5102fa662dd" providerId="LiveId" clId="{83F6014E-8E4E-4D41-9E92-0508A0C63AE7}" dt="2025-12-22T08:33:59.592" v="1524" actId="27636"/>
          <ac:spMkLst>
            <pc:docMk/>
            <pc:sldMk cId="0" sldId="258"/>
            <ac:spMk id="851" creationId="{01B9873C-6BAA-FD76-0B5F-1601F079BBE8}"/>
          </ac:spMkLst>
        </pc:spChg>
        <pc:picChg chg="add mod">
          <ac:chgData name="tal mitzmacher" userId="1505c5102fa662dd" providerId="LiveId" clId="{83F6014E-8E4E-4D41-9E92-0508A0C63AE7}" dt="2025-12-22T08:20:45.056" v="1281" actId="26606"/>
          <ac:picMkLst>
            <pc:docMk/>
            <pc:sldMk cId="0" sldId="258"/>
            <ac:picMk id="2" creationId="{3246203B-6879-D432-BD2D-F1A31FA78113}"/>
          </ac:picMkLst>
        </pc:picChg>
      </pc:sldChg>
      <pc:sldChg chg="addSp delSp modSp mod ord">
        <pc:chgData name="tal mitzmacher" userId="1505c5102fa662dd" providerId="LiveId" clId="{83F6014E-8E4E-4D41-9E92-0508A0C63AE7}" dt="2025-12-23T15:16:17.821" v="3697" actId="20577"/>
        <pc:sldMkLst>
          <pc:docMk/>
          <pc:sldMk cId="0" sldId="264"/>
        </pc:sldMkLst>
        <pc:spChg chg="add mod">
          <ac:chgData name="tal mitzmacher" userId="1505c5102fa662dd" providerId="LiveId" clId="{83F6014E-8E4E-4D41-9E92-0508A0C63AE7}" dt="2025-12-23T14:58:10.597" v="3146" actId="20577"/>
          <ac:spMkLst>
            <pc:docMk/>
            <pc:sldMk cId="0" sldId="264"/>
            <ac:spMk id="2" creationId="{2CE9B0C1-26FC-6A65-F445-D015B620F5F8}"/>
          </ac:spMkLst>
        </pc:spChg>
        <pc:spChg chg="add mod">
          <ac:chgData name="tal mitzmacher" userId="1505c5102fa662dd" providerId="LiveId" clId="{83F6014E-8E4E-4D41-9E92-0508A0C63AE7}" dt="2025-12-23T15:16:17.821" v="3697" actId="20577"/>
          <ac:spMkLst>
            <pc:docMk/>
            <pc:sldMk cId="0" sldId="264"/>
            <ac:spMk id="5" creationId="{B0422BFD-A4DD-CF34-BDD5-432317EA321B}"/>
          </ac:spMkLst>
        </pc:spChg>
        <pc:spChg chg="add del mod">
          <ac:chgData name="tal mitzmacher" userId="1505c5102fa662dd" providerId="LiveId" clId="{83F6014E-8E4E-4D41-9E92-0508A0C63AE7}" dt="2025-12-23T15:04:43.907" v="3223" actId="478"/>
          <ac:spMkLst>
            <pc:docMk/>
            <pc:sldMk cId="0" sldId="264"/>
            <ac:spMk id="6" creationId="{7A2E5BCB-4D4A-3AC9-829F-1864F93CE9EB}"/>
          </ac:spMkLst>
        </pc:spChg>
        <pc:spChg chg="mod">
          <ac:chgData name="tal mitzmacher" userId="1505c5102fa662dd" providerId="LiveId" clId="{83F6014E-8E4E-4D41-9E92-0508A0C63AE7}" dt="2025-12-21T16:27:46.200" v="1128" actId="20577"/>
          <ac:spMkLst>
            <pc:docMk/>
            <pc:sldMk cId="0" sldId="264"/>
            <ac:spMk id="10" creationId="{5B44942A-5F19-557E-6FCA-5EE87F2A4A1E}"/>
          </ac:spMkLst>
        </pc:spChg>
        <pc:picChg chg="add del mod">
          <ac:chgData name="tal mitzmacher" userId="1505c5102fa662dd" providerId="LiveId" clId="{83F6014E-8E4E-4D41-9E92-0508A0C63AE7}" dt="2025-12-22T08:19:57.677" v="1275" actId="478"/>
          <ac:picMkLst>
            <pc:docMk/>
            <pc:sldMk cId="0" sldId="264"/>
            <ac:picMk id="8" creationId="{574FC5EC-2951-6C9E-AB8F-A6EA80BFF6EB}"/>
          </ac:picMkLst>
        </pc:picChg>
      </pc:sldChg>
      <pc:sldChg chg="modSp mod ord">
        <pc:chgData name="tal mitzmacher" userId="1505c5102fa662dd" providerId="LiveId" clId="{83F6014E-8E4E-4D41-9E92-0508A0C63AE7}" dt="2025-12-23T14:15:54.635" v="2191" actId="20577"/>
        <pc:sldMkLst>
          <pc:docMk/>
          <pc:sldMk cId="0" sldId="266"/>
        </pc:sldMkLst>
        <pc:spChg chg="mod">
          <ac:chgData name="tal mitzmacher" userId="1505c5102fa662dd" providerId="LiveId" clId="{83F6014E-8E4E-4D41-9E92-0508A0C63AE7}" dt="2025-12-23T14:15:54.635" v="2191" actId="20577"/>
          <ac:spMkLst>
            <pc:docMk/>
            <pc:sldMk cId="0" sldId="266"/>
            <ac:spMk id="6" creationId="{71A968B9-4C68-1E46-0C8C-79BF8CF39232}"/>
          </ac:spMkLst>
        </pc:spChg>
      </pc:sldChg>
      <pc:sldChg chg="del">
        <pc:chgData name="tal mitzmacher" userId="1505c5102fa662dd" providerId="LiveId" clId="{83F6014E-8E4E-4D41-9E92-0508A0C63AE7}" dt="2025-12-23T15:35:26.764" v="4180" actId="2696"/>
        <pc:sldMkLst>
          <pc:docMk/>
          <pc:sldMk cId="0" sldId="268"/>
        </pc:sldMkLst>
      </pc:sldChg>
      <pc:sldChg chg="addSp delSp modSp mod">
        <pc:chgData name="tal mitzmacher" userId="1505c5102fa662dd" providerId="LiveId" clId="{83F6014E-8E4E-4D41-9E92-0508A0C63AE7}" dt="2025-12-21T10:52:01.974" v="107" actId="403"/>
        <pc:sldMkLst>
          <pc:docMk/>
          <pc:sldMk cId="0" sldId="271"/>
        </pc:sldMkLst>
        <pc:graphicFrameChg chg="add mod modGraphic">
          <ac:chgData name="tal mitzmacher" userId="1505c5102fa662dd" providerId="LiveId" clId="{83F6014E-8E4E-4D41-9E92-0508A0C63AE7}" dt="2025-12-21T10:52:01.974" v="107" actId="403"/>
          <ac:graphicFrameMkLst>
            <pc:docMk/>
            <pc:sldMk cId="0" sldId="271"/>
            <ac:graphicFrameMk id="2" creationId="{4824B82F-182A-69FD-44F5-05C424B8BCCC}"/>
          </ac:graphicFrameMkLst>
        </pc:graphicFrameChg>
      </pc:sldChg>
      <pc:sldChg chg="addSp delSp modSp mod ord">
        <pc:chgData name="tal mitzmacher" userId="1505c5102fa662dd" providerId="LiveId" clId="{83F6014E-8E4E-4D41-9E92-0508A0C63AE7}" dt="2025-12-23T15:30:09.763" v="4176" actId="1036"/>
        <pc:sldMkLst>
          <pc:docMk/>
          <pc:sldMk cId="0" sldId="276"/>
        </pc:sldMkLst>
        <pc:spChg chg="mod">
          <ac:chgData name="tal mitzmacher" userId="1505c5102fa662dd" providerId="LiveId" clId="{83F6014E-8E4E-4D41-9E92-0508A0C63AE7}" dt="2025-12-23T15:28:29.700" v="4099" actId="1076"/>
          <ac:spMkLst>
            <pc:docMk/>
            <pc:sldMk cId="0" sldId="276"/>
            <ac:spMk id="2" creationId="{1412C080-3277-876E-6AAE-615FA7558C5B}"/>
          </ac:spMkLst>
        </pc:spChg>
        <pc:spChg chg="del">
          <ac:chgData name="tal mitzmacher" userId="1505c5102fa662dd" providerId="LiveId" clId="{83F6014E-8E4E-4D41-9E92-0508A0C63AE7}" dt="2025-12-23T15:21:56.070" v="3902" actId="478"/>
          <ac:spMkLst>
            <pc:docMk/>
            <pc:sldMk cId="0" sldId="276"/>
            <ac:spMk id="3" creationId="{D7111C18-FEE8-A261-2844-B6B7C7608A96}"/>
          </ac:spMkLst>
        </pc:spChg>
        <pc:spChg chg="mod">
          <ac:chgData name="tal mitzmacher" userId="1505c5102fa662dd" providerId="LiveId" clId="{83F6014E-8E4E-4D41-9E92-0508A0C63AE7}" dt="2025-12-23T15:29:51.363" v="4167" actId="1036"/>
          <ac:spMkLst>
            <pc:docMk/>
            <pc:sldMk cId="0" sldId="276"/>
            <ac:spMk id="4" creationId="{219F0E66-3E9B-F1FE-ECC7-6F46FEF5248A}"/>
          </ac:spMkLst>
        </pc:spChg>
        <pc:spChg chg="del">
          <ac:chgData name="tal mitzmacher" userId="1505c5102fa662dd" providerId="LiveId" clId="{83F6014E-8E4E-4D41-9E92-0508A0C63AE7}" dt="2025-12-23T15:21:42.024" v="3898" actId="478"/>
          <ac:spMkLst>
            <pc:docMk/>
            <pc:sldMk cId="0" sldId="276"/>
            <ac:spMk id="5" creationId="{AE874670-7AC1-99AD-4E9D-23FE53F0C7DB}"/>
          </ac:spMkLst>
        </pc:spChg>
        <pc:spChg chg="add mod">
          <ac:chgData name="tal mitzmacher" userId="1505c5102fa662dd" providerId="LiveId" clId="{83F6014E-8E4E-4D41-9E92-0508A0C63AE7}" dt="2025-12-23T15:29:51.363" v="4167" actId="1036"/>
          <ac:spMkLst>
            <pc:docMk/>
            <pc:sldMk cId="0" sldId="276"/>
            <ac:spMk id="6" creationId="{2AB225FC-43F1-45DF-581F-33BD4C9425F9}"/>
          </ac:spMkLst>
        </pc:spChg>
        <pc:spChg chg="add mod">
          <ac:chgData name="tal mitzmacher" userId="1505c5102fa662dd" providerId="LiveId" clId="{83F6014E-8E4E-4D41-9E92-0508A0C63AE7}" dt="2025-12-23T15:29:51.363" v="4167" actId="1036"/>
          <ac:spMkLst>
            <pc:docMk/>
            <pc:sldMk cId="0" sldId="276"/>
            <ac:spMk id="7" creationId="{44DF545B-6946-4410-F2A5-C978857806AD}"/>
          </ac:spMkLst>
        </pc:spChg>
        <pc:spChg chg="add mod">
          <ac:chgData name="tal mitzmacher" userId="1505c5102fa662dd" providerId="LiveId" clId="{83F6014E-8E4E-4D41-9E92-0508A0C63AE7}" dt="2025-12-23T15:30:09.763" v="4176" actId="1036"/>
          <ac:spMkLst>
            <pc:docMk/>
            <pc:sldMk cId="0" sldId="276"/>
            <ac:spMk id="8" creationId="{40BEE77D-C2F1-606A-B3C6-94245513E7CB}"/>
          </ac:spMkLst>
        </pc:spChg>
        <pc:spChg chg="add del mod">
          <ac:chgData name="tal mitzmacher" userId="1505c5102fa662dd" providerId="LiveId" clId="{83F6014E-8E4E-4D41-9E92-0508A0C63AE7}" dt="2025-12-23T15:21:45.543" v="3899" actId="478"/>
          <ac:spMkLst>
            <pc:docMk/>
            <pc:sldMk cId="0" sldId="276"/>
            <ac:spMk id="10" creationId="{4F1394AB-5432-1CBE-5AC5-DC97C9900EE8}"/>
          </ac:spMkLst>
        </pc:spChg>
        <pc:spChg chg="add del mod">
          <ac:chgData name="tal mitzmacher" userId="1505c5102fa662dd" providerId="LiveId" clId="{83F6014E-8E4E-4D41-9E92-0508A0C63AE7}" dt="2025-12-23T15:22:00.580" v="3905" actId="478"/>
          <ac:spMkLst>
            <pc:docMk/>
            <pc:sldMk cId="0" sldId="276"/>
            <ac:spMk id="11" creationId="{F1DB7D0C-295F-E785-D257-09EAD8ADF89F}"/>
          </ac:spMkLst>
        </pc:spChg>
        <pc:spChg chg="add del mod">
          <ac:chgData name="tal mitzmacher" userId="1505c5102fa662dd" providerId="LiveId" clId="{83F6014E-8E4E-4D41-9E92-0508A0C63AE7}" dt="2025-12-23T15:21:52.738" v="3901" actId="478"/>
          <ac:spMkLst>
            <pc:docMk/>
            <pc:sldMk cId="0" sldId="276"/>
            <ac:spMk id="13" creationId="{535787F8-364A-CE19-9F02-AC4C01DE4679}"/>
          </ac:spMkLst>
        </pc:spChg>
        <pc:spChg chg="add del mod">
          <ac:chgData name="tal mitzmacher" userId="1505c5102fa662dd" providerId="LiveId" clId="{83F6014E-8E4E-4D41-9E92-0508A0C63AE7}" dt="2025-12-23T15:22:05.189" v="3906" actId="478"/>
          <ac:spMkLst>
            <pc:docMk/>
            <pc:sldMk cId="0" sldId="276"/>
            <ac:spMk id="14" creationId="{952983C2-612A-276E-1D2C-B842E50AC5F9}"/>
          </ac:spMkLst>
        </pc:spChg>
        <pc:spChg chg="add mod">
          <ac:chgData name="tal mitzmacher" userId="1505c5102fa662dd" providerId="LiveId" clId="{83F6014E-8E4E-4D41-9E92-0508A0C63AE7}" dt="2025-12-23T15:29:51.363" v="4167" actId="1036"/>
          <ac:spMkLst>
            <pc:docMk/>
            <pc:sldMk cId="0" sldId="276"/>
            <ac:spMk id="15" creationId="{9B7A462B-F75D-D18C-5C5E-FC29E0E79FC0}"/>
          </ac:spMkLst>
        </pc:spChg>
        <pc:spChg chg="add mod ord">
          <ac:chgData name="tal mitzmacher" userId="1505c5102fa662dd" providerId="LiveId" clId="{83F6014E-8E4E-4D41-9E92-0508A0C63AE7}" dt="2025-12-23T15:30:03.612" v="4172" actId="1036"/>
          <ac:spMkLst>
            <pc:docMk/>
            <pc:sldMk cId="0" sldId="276"/>
            <ac:spMk id="19" creationId="{ED5FFEC4-86F8-2391-9776-780574511B9C}"/>
          </ac:spMkLst>
        </pc:spChg>
        <pc:spChg chg="add mod">
          <ac:chgData name="tal mitzmacher" userId="1505c5102fa662dd" providerId="LiveId" clId="{83F6014E-8E4E-4D41-9E92-0508A0C63AE7}" dt="2025-12-23T15:29:51.363" v="4167" actId="1036"/>
          <ac:spMkLst>
            <pc:docMk/>
            <pc:sldMk cId="0" sldId="276"/>
            <ac:spMk id="20" creationId="{23EB2CB2-B7D9-1D73-FF02-2518183BA2AA}"/>
          </ac:spMkLst>
        </pc:spChg>
        <pc:spChg chg="add del mod">
          <ac:chgData name="tal mitzmacher" userId="1505c5102fa662dd" providerId="LiveId" clId="{83F6014E-8E4E-4D41-9E92-0508A0C63AE7}" dt="2025-12-23T15:23:48.002" v="3927" actId="478"/>
          <ac:spMkLst>
            <pc:docMk/>
            <pc:sldMk cId="0" sldId="276"/>
            <ac:spMk id="1468" creationId="{00000000-0000-0000-0000-000000000000}"/>
          </ac:spMkLst>
        </pc:spChg>
        <pc:spChg chg="mod">
          <ac:chgData name="tal mitzmacher" userId="1505c5102fa662dd" providerId="LiveId" clId="{83F6014E-8E4E-4D41-9E92-0508A0C63AE7}" dt="2025-12-23T15:29:51.363" v="4167" actId="1036"/>
          <ac:spMkLst>
            <pc:docMk/>
            <pc:sldMk cId="0" sldId="276"/>
            <ac:spMk id="1469" creationId="{00000000-0000-0000-0000-000000000000}"/>
          </ac:spMkLst>
        </pc:spChg>
        <pc:spChg chg="del">
          <ac:chgData name="tal mitzmacher" userId="1505c5102fa662dd" providerId="LiveId" clId="{83F6014E-8E4E-4D41-9E92-0508A0C63AE7}" dt="2025-12-23T15:23:49.872" v="3928" actId="478"/>
          <ac:spMkLst>
            <pc:docMk/>
            <pc:sldMk cId="0" sldId="276"/>
            <ac:spMk id="1470" creationId="{00000000-0000-0000-0000-000000000000}"/>
          </ac:spMkLst>
        </pc:spChg>
        <pc:spChg chg="mod">
          <ac:chgData name="tal mitzmacher" userId="1505c5102fa662dd" providerId="LiveId" clId="{83F6014E-8E4E-4D41-9E92-0508A0C63AE7}" dt="2025-12-23T15:27:36.894" v="4097" actId="20577"/>
          <ac:spMkLst>
            <pc:docMk/>
            <pc:sldMk cId="0" sldId="276"/>
            <ac:spMk id="1471" creationId="{00000000-0000-0000-0000-000000000000}"/>
          </ac:spMkLst>
        </pc:spChg>
        <pc:spChg chg="del">
          <ac:chgData name="tal mitzmacher" userId="1505c5102fa662dd" providerId="LiveId" clId="{83F6014E-8E4E-4D41-9E92-0508A0C63AE7}" dt="2025-12-23T15:21:37.889" v="3897" actId="478"/>
          <ac:spMkLst>
            <pc:docMk/>
            <pc:sldMk cId="0" sldId="276"/>
            <ac:spMk id="1473" creationId="{00000000-0000-0000-0000-000000000000}"/>
          </ac:spMkLst>
        </pc:spChg>
        <pc:spChg chg="del">
          <ac:chgData name="tal mitzmacher" userId="1505c5102fa662dd" providerId="LiveId" clId="{83F6014E-8E4E-4D41-9E92-0508A0C63AE7}" dt="2025-12-23T15:21:48.278" v="3900" actId="478"/>
          <ac:spMkLst>
            <pc:docMk/>
            <pc:sldMk cId="0" sldId="276"/>
            <ac:spMk id="1475" creationId="{00000000-0000-0000-0000-000000000000}"/>
          </ac:spMkLst>
        </pc:spChg>
        <pc:picChg chg="add mod">
          <ac:chgData name="tal mitzmacher" userId="1505c5102fa662dd" providerId="LiveId" clId="{83F6014E-8E4E-4D41-9E92-0508A0C63AE7}" dt="2025-12-23T15:29:51.363" v="4167" actId="1036"/>
          <ac:picMkLst>
            <pc:docMk/>
            <pc:sldMk cId="0" sldId="276"/>
            <ac:picMk id="17" creationId="{FA791F1E-27D2-C680-60A2-98EBA9273EEB}"/>
          </ac:picMkLst>
        </pc:picChg>
        <pc:picChg chg="add mod">
          <ac:chgData name="tal mitzmacher" userId="1505c5102fa662dd" providerId="LiveId" clId="{83F6014E-8E4E-4D41-9E92-0508A0C63AE7}" dt="2025-12-23T15:29:22.423" v="4140" actId="1076"/>
          <ac:picMkLst>
            <pc:docMk/>
            <pc:sldMk cId="0" sldId="276"/>
            <ac:picMk id="18" creationId="{882AD246-210A-F31F-6D44-A391D40AB11F}"/>
          </ac:picMkLst>
        </pc:picChg>
        <pc:picChg chg="add mod">
          <ac:chgData name="tal mitzmacher" userId="1505c5102fa662dd" providerId="LiveId" clId="{83F6014E-8E4E-4D41-9E92-0508A0C63AE7}" dt="2025-12-23T15:29:51.363" v="4167" actId="1036"/>
          <ac:picMkLst>
            <pc:docMk/>
            <pc:sldMk cId="0" sldId="276"/>
            <ac:picMk id="21" creationId="{3267E475-022C-5CF0-8B23-6E785BCD7E8D}"/>
          </ac:picMkLst>
        </pc:picChg>
        <pc:picChg chg="add mod">
          <ac:chgData name="tal mitzmacher" userId="1505c5102fa662dd" providerId="LiveId" clId="{83F6014E-8E4E-4D41-9E92-0508A0C63AE7}" dt="2025-12-23T15:29:33.031" v="4143" actId="1076"/>
          <ac:picMkLst>
            <pc:docMk/>
            <pc:sldMk cId="0" sldId="276"/>
            <ac:picMk id="22" creationId="{51B4E1A8-B1DB-2927-484B-297E97C8CDD2}"/>
          </ac:picMkLst>
        </pc:picChg>
      </pc:sldChg>
      <pc:sldChg chg="addSp delSp modSp mod ord">
        <pc:chgData name="tal mitzmacher" userId="1505c5102fa662dd" providerId="LiveId" clId="{83F6014E-8E4E-4D41-9E92-0508A0C63AE7}" dt="2025-12-23T15:07:25.262" v="3386" actId="1035"/>
        <pc:sldMkLst>
          <pc:docMk/>
          <pc:sldMk cId="0" sldId="279"/>
        </pc:sldMkLst>
        <pc:spChg chg="add del mod">
          <ac:chgData name="tal mitzmacher" userId="1505c5102fa662dd" providerId="LiveId" clId="{83F6014E-8E4E-4D41-9E92-0508A0C63AE7}" dt="2025-12-22T08:08:41.360" v="1207" actId="478"/>
          <ac:spMkLst>
            <pc:docMk/>
            <pc:sldMk cId="0" sldId="279"/>
            <ac:spMk id="6" creationId="{4DF17B36-DBB2-FBCE-C5E8-464CFBD5234A}"/>
          </ac:spMkLst>
        </pc:spChg>
        <pc:spChg chg="mod">
          <ac:chgData name="tal mitzmacher" userId="1505c5102fa662dd" providerId="LiveId" clId="{83F6014E-8E4E-4D41-9E92-0508A0C63AE7}" dt="2025-12-23T14:52:29.126" v="2925" actId="1076"/>
          <ac:spMkLst>
            <pc:docMk/>
            <pc:sldMk cId="0" sldId="279"/>
            <ac:spMk id="8" creationId="{15A28333-D20F-60D9-57CA-95E2A5CFB8FF}"/>
          </ac:spMkLst>
        </pc:spChg>
        <pc:spChg chg="mod">
          <ac:chgData name="tal mitzmacher" userId="1505c5102fa662dd" providerId="LiveId" clId="{83F6014E-8E4E-4D41-9E92-0508A0C63AE7}" dt="2025-12-23T14:52:29.126" v="2925" actId="1076"/>
          <ac:spMkLst>
            <pc:docMk/>
            <pc:sldMk cId="0" sldId="279"/>
            <ac:spMk id="9" creationId="{B0FEA04B-FF24-0EBC-0B64-9BAC77E0329E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11" creationId="{46C8408A-FD8F-7E30-558C-844274DB5FF2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14" creationId="{23383659-F236-6DF8-2732-9C6D99742336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15" creationId="{B1EC8F1E-6132-9224-D320-A4348D15974F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16" creationId="{22EA7FB4-1F9B-A959-2D8F-1AB03A14D3CB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17" creationId="{EAA38267-FAB2-2442-F78D-DE1FC6B450D5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19" creationId="{A1133E66-BBB3-A8DD-2DAB-4CE89AF4683F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20" creationId="{50E4B052-CD0E-174B-4A93-A47C3B56ACAD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21" creationId="{19F89551-BBE2-D432-25EC-670C7ADF694B}"/>
          </ac:spMkLst>
        </pc:spChg>
        <pc:spChg chg="mod">
          <ac:chgData name="tal mitzmacher" userId="1505c5102fa662dd" providerId="LiveId" clId="{83F6014E-8E4E-4D41-9E92-0508A0C63AE7}" dt="2025-12-23T15:07:25.262" v="3386" actId="1035"/>
          <ac:spMkLst>
            <pc:docMk/>
            <pc:sldMk cId="0" sldId="279"/>
            <ac:spMk id="22" creationId="{FE9F73BE-33BA-F5AD-E3C5-A4D0E9AB5537}"/>
          </ac:spMkLst>
        </pc:spChg>
        <pc:spChg chg="add del">
          <ac:chgData name="tal mitzmacher" userId="1505c5102fa662dd" providerId="LiveId" clId="{83F6014E-8E4E-4D41-9E92-0508A0C63AE7}" dt="2025-12-23T14:53:01.420" v="2943" actId="478"/>
          <ac:spMkLst>
            <pc:docMk/>
            <pc:sldMk cId="0" sldId="279"/>
            <ac:spMk id="24" creationId="{3ED48D0A-52DB-B6A0-45FE-FE3228DC35C2}"/>
          </ac:spMkLst>
        </pc:spChg>
        <pc:spChg chg="add mod">
          <ac:chgData name="tal mitzmacher" userId="1505c5102fa662dd" providerId="LiveId" clId="{83F6014E-8E4E-4D41-9E92-0508A0C63AE7}" dt="2025-12-23T15:07:12.102" v="3376" actId="1036"/>
          <ac:spMkLst>
            <pc:docMk/>
            <pc:sldMk cId="0" sldId="279"/>
            <ac:spMk id="25" creationId="{319A7EEC-F89F-FAE3-9C26-BE4B72B2253D}"/>
          </ac:spMkLst>
        </pc:spChg>
        <pc:spChg chg="add mod">
          <ac:chgData name="tal mitzmacher" userId="1505c5102fa662dd" providerId="LiveId" clId="{83F6014E-8E4E-4D41-9E92-0508A0C63AE7}" dt="2025-12-23T15:07:04.073" v="3353" actId="1036"/>
          <ac:spMkLst>
            <pc:docMk/>
            <pc:sldMk cId="0" sldId="279"/>
            <ac:spMk id="26" creationId="{3157E71A-D241-1042-6ACC-9F296ED19846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35" creationId="{69CAF969-BF75-6B27-5F02-D74D4C2836BA}"/>
          </ac:spMkLst>
        </pc:spChg>
        <pc:spChg chg="mod">
          <ac:chgData name="tal mitzmacher" userId="1505c5102fa662dd" providerId="LiveId" clId="{83F6014E-8E4E-4D41-9E92-0508A0C63AE7}" dt="2025-12-22T08:08:42.203" v="1208"/>
          <ac:spMkLst>
            <pc:docMk/>
            <pc:sldMk cId="0" sldId="279"/>
            <ac:spMk id="36" creationId="{7B59780D-6955-B536-F399-8D2560A74F73}"/>
          </ac:spMkLst>
        </pc:spChg>
        <pc:spChg chg="add del mod">
          <ac:chgData name="tal mitzmacher" userId="1505c5102fa662dd" providerId="LiveId" clId="{83F6014E-8E4E-4D41-9E92-0508A0C63AE7}" dt="2025-12-23T14:51:49.383" v="2922" actId="478"/>
          <ac:spMkLst>
            <pc:docMk/>
            <pc:sldMk cId="0" sldId="279"/>
            <ac:spMk id="50" creationId="{94B6EAE4-3A49-6806-0267-D9F998F7A0A6}"/>
          </ac:spMkLst>
        </pc:spChg>
        <pc:spChg chg="add del mod">
          <ac:chgData name="tal mitzmacher" userId="1505c5102fa662dd" providerId="LiveId" clId="{83F6014E-8E4E-4D41-9E92-0508A0C63AE7}" dt="2025-12-23T14:51:37.186" v="2921" actId="478"/>
          <ac:spMkLst>
            <pc:docMk/>
            <pc:sldMk cId="0" sldId="279"/>
            <ac:spMk id="51" creationId="{2990470A-A7ED-5DE4-2EDE-90E9CB8CADCF}"/>
          </ac:spMkLst>
        </pc:spChg>
        <pc:spChg chg="mod">
          <ac:chgData name="tal mitzmacher" userId="1505c5102fa662dd" providerId="LiveId" clId="{83F6014E-8E4E-4D41-9E92-0508A0C63AE7}" dt="2025-12-23T14:57:19.597" v="3102" actId="1035"/>
          <ac:spMkLst>
            <pc:docMk/>
            <pc:sldMk cId="0" sldId="279"/>
            <ac:spMk id="1545" creationId="{00000000-0000-0000-0000-000000000000}"/>
          </ac:spMkLst>
        </pc:spChg>
        <pc:spChg chg="mod">
          <ac:chgData name="tal mitzmacher" userId="1505c5102fa662dd" providerId="LiveId" clId="{83F6014E-8E4E-4D41-9E92-0508A0C63AE7}" dt="2025-12-23T14:57:14.794" v="3093" actId="1036"/>
          <ac:spMkLst>
            <pc:docMk/>
            <pc:sldMk cId="0" sldId="279"/>
            <ac:spMk id="1546" creationId="{00000000-0000-0000-0000-000000000000}"/>
          </ac:spMkLst>
        </pc:spChg>
        <pc:grpChg chg="mod ord">
          <ac:chgData name="tal mitzmacher" userId="1505c5102fa662dd" providerId="LiveId" clId="{83F6014E-8E4E-4D41-9E92-0508A0C63AE7}" dt="2025-12-23T14:52:35.940" v="2939" actId="1037"/>
          <ac:grpSpMkLst>
            <pc:docMk/>
            <pc:sldMk cId="0" sldId="279"/>
            <ac:grpSpMk id="7" creationId="{FA6A752C-DF91-C848-F892-D8DB1662CD68}"/>
          </ac:grpSpMkLst>
        </pc:grpChg>
        <pc:grpChg chg="add del mod">
          <ac:chgData name="tal mitzmacher" userId="1505c5102fa662dd" providerId="LiveId" clId="{83F6014E-8E4E-4D41-9E92-0508A0C63AE7}" dt="2025-12-22T08:12:02.847" v="1239" actId="478"/>
          <ac:grpSpMkLst>
            <pc:docMk/>
            <pc:sldMk cId="0" sldId="279"/>
            <ac:grpSpMk id="44" creationId="{12807579-87EA-252E-99D8-0DC10A726FDD}"/>
          </ac:grpSpMkLst>
        </pc:grpChg>
        <pc:picChg chg="add del mod">
          <ac:chgData name="tal mitzmacher" userId="1505c5102fa662dd" providerId="LiveId" clId="{83F6014E-8E4E-4D41-9E92-0508A0C63AE7}" dt="2025-12-23T14:44:27.670" v="2543" actId="478"/>
          <ac:picMkLst>
            <pc:docMk/>
            <pc:sldMk cId="0" sldId="279"/>
            <ac:picMk id="3" creationId="{EF2FE26E-2D48-A4CE-A8B9-E18598A967FC}"/>
          </ac:picMkLst>
        </pc:picChg>
        <pc:picChg chg="add del mod">
          <ac:chgData name="tal mitzmacher" userId="1505c5102fa662dd" providerId="LiveId" clId="{83F6014E-8E4E-4D41-9E92-0508A0C63AE7}" dt="2025-12-22T08:08:26.367" v="1206" actId="478"/>
          <ac:picMkLst>
            <pc:docMk/>
            <pc:sldMk cId="0" sldId="279"/>
            <ac:picMk id="4" creationId="{17EE7617-AF14-24DE-AC61-0B46294DECCA}"/>
          </ac:picMkLst>
        </pc:picChg>
        <pc:picChg chg="add del mod">
          <ac:chgData name="tal mitzmacher" userId="1505c5102fa662dd" providerId="LiveId" clId="{83F6014E-8E4E-4D41-9E92-0508A0C63AE7}" dt="2025-12-23T14:44:50.794" v="2545" actId="478"/>
          <ac:picMkLst>
            <pc:docMk/>
            <pc:sldMk cId="0" sldId="279"/>
            <ac:picMk id="4" creationId="{55958AFD-DC61-8DE8-2DE2-D0DACC24E31D}"/>
          </ac:picMkLst>
        </pc:picChg>
        <pc:picChg chg="add mod">
          <ac:chgData name="tal mitzmacher" userId="1505c5102fa662dd" providerId="LiveId" clId="{83F6014E-8E4E-4D41-9E92-0508A0C63AE7}" dt="2025-12-23T14:52:29.126" v="2925" actId="1076"/>
          <ac:picMkLst>
            <pc:docMk/>
            <pc:sldMk cId="0" sldId="279"/>
            <ac:picMk id="6" creationId="{D57AD40B-6341-B780-3BA3-DA23AC5C85AA}"/>
          </ac:picMkLst>
        </pc:picChg>
        <pc:picChg chg="add mod">
          <ac:chgData name="tal mitzmacher" userId="1505c5102fa662dd" providerId="LiveId" clId="{83F6014E-8E4E-4D41-9E92-0508A0C63AE7}" dt="2025-12-23T15:06:56.107" v="3338" actId="1036"/>
          <ac:picMkLst>
            <pc:docMk/>
            <pc:sldMk cId="0" sldId="279"/>
            <ac:picMk id="23" creationId="{493B077D-D3AC-6AC1-0320-6532FB12C40C}"/>
          </ac:picMkLst>
        </pc:picChg>
        <pc:picChg chg="mod">
          <ac:chgData name="tal mitzmacher" userId="1505c5102fa662dd" providerId="LiveId" clId="{83F6014E-8E4E-4D41-9E92-0508A0C63AE7}" dt="2025-12-23T14:52:29.126" v="2925" actId="1076"/>
          <ac:picMkLst>
            <pc:docMk/>
            <pc:sldMk cId="0" sldId="279"/>
            <ac:picMk id="1550" creationId="{00000000-0000-0000-0000-000000000000}"/>
          </ac:picMkLst>
        </pc:picChg>
        <pc:picChg chg="mod">
          <ac:chgData name="tal mitzmacher" userId="1505c5102fa662dd" providerId="LiveId" clId="{83F6014E-8E4E-4D41-9E92-0508A0C63AE7}" dt="2025-12-23T14:52:29.126" v="2925" actId="1076"/>
          <ac:picMkLst>
            <pc:docMk/>
            <pc:sldMk cId="0" sldId="279"/>
            <ac:picMk id="1551" creationId="{00000000-0000-0000-0000-000000000000}"/>
          </ac:picMkLst>
        </pc:picChg>
        <pc:cxnChg chg="add del mod">
          <ac:chgData name="tal mitzmacher" userId="1505c5102fa662dd" providerId="LiveId" clId="{83F6014E-8E4E-4D41-9E92-0508A0C63AE7}" dt="2025-12-22T08:10:19.381" v="1229" actId="478"/>
          <ac:cxnSpMkLst>
            <pc:docMk/>
            <pc:sldMk cId="0" sldId="279"/>
            <ac:cxnSpMk id="40" creationId="{72FADE4C-877B-84A5-8B9B-54568054CC44}"/>
          </ac:cxnSpMkLst>
        </pc:cxnChg>
        <pc:cxnChg chg="mod">
          <ac:chgData name="tal mitzmacher" userId="1505c5102fa662dd" providerId="LiveId" clId="{83F6014E-8E4E-4D41-9E92-0508A0C63AE7}" dt="2025-12-22T08:10:52.378" v="1230"/>
          <ac:cxnSpMkLst>
            <pc:docMk/>
            <pc:sldMk cId="0" sldId="279"/>
            <ac:cxnSpMk id="45" creationId="{F61F2388-7E52-6C5A-886B-61E8C55A224F}"/>
          </ac:cxnSpMkLst>
        </pc:cxnChg>
        <pc:cxnChg chg="mod">
          <ac:chgData name="tal mitzmacher" userId="1505c5102fa662dd" providerId="LiveId" clId="{83F6014E-8E4E-4D41-9E92-0508A0C63AE7}" dt="2025-12-22T08:10:52.378" v="1230"/>
          <ac:cxnSpMkLst>
            <pc:docMk/>
            <pc:sldMk cId="0" sldId="279"/>
            <ac:cxnSpMk id="46" creationId="{0862276C-1C8F-AC9A-E97F-E8B9A9AA63F4}"/>
          </ac:cxnSpMkLst>
        </pc:cxnChg>
        <pc:cxnChg chg="add del mod">
          <ac:chgData name="tal mitzmacher" userId="1505c5102fa662dd" providerId="LiveId" clId="{83F6014E-8E4E-4D41-9E92-0508A0C63AE7}" dt="2025-12-22T08:15:13.695" v="1251" actId="478"/>
          <ac:cxnSpMkLst>
            <pc:docMk/>
            <pc:sldMk cId="0" sldId="279"/>
            <ac:cxnSpMk id="48" creationId="{C6262CD5-6A24-D7D5-FD7F-DEFBB9741E9A}"/>
          </ac:cxnSpMkLst>
        </pc:cxnChg>
      </pc:sldChg>
      <pc:sldChg chg="modSp mod ord">
        <pc:chgData name="tal mitzmacher" userId="1505c5102fa662dd" providerId="LiveId" clId="{83F6014E-8E4E-4D41-9E92-0508A0C63AE7}" dt="2025-12-23T14:14:30.333" v="2166" actId="14100"/>
        <pc:sldMkLst>
          <pc:docMk/>
          <pc:sldMk cId="0" sldId="282"/>
        </pc:sldMkLst>
        <pc:spChg chg="mod">
          <ac:chgData name="tal mitzmacher" userId="1505c5102fa662dd" providerId="LiveId" clId="{83F6014E-8E4E-4D41-9E92-0508A0C63AE7}" dt="2025-12-23T14:14:30.333" v="2166" actId="14100"/>
          <ac:spMkLst>
            <pc:docMk/>
            <pc:sldMk cId="0" sldId="282"/>
            <ac:spMk id="18" creationId="{1ABF91F9-7EA9-AA55-CC93-56ADD5273B64}"/>
          </ac:spMkLst>
        </pc:spChg>
      </pc:sldChg>
      <pc:sldChg chg="modSp mod">
        <pc:chgData name="tal mitzmacher" userId="1505c5102fa662dd" providerId="LiveId" clId="{83F6014E-8E4E-4D41-9E92-0508A0C63AE7}" dt="2025-12-23T15:35:42.412" v="4181" actId="207"/>
        <pc:sldMkLst>
          <pc:docMk/>
          <pc:sldMk cId="0" sldId="284"/>
        </pc:sldMkLst>
        <pc:spChg chg="mod">
          <ac:chgData name="tal mitzmacher" userId="1505c5102fa662dd" providerId="LiveId" clId="{83F6014E-8E4E-4D41-9E92-0508A0C63AE7}" dt="2025-12-23T15:35:42.412" v="4181" actId="207"/>
          <ac:spMkLst>
            <pc:docMk/>
            <pc:sldMk cId="0" sldId="284"/>
            <ac:spMk id="4" creationId="{41F1E3E6-902D-DEDF-2C6D-7678B2AD2E53}"/>
          </ac:spMkLst>
        </pc:spChg>
      </pc:sldChg>
      <pc:sldChg chg="addSp delSp modSp add mod ord">
        <pc:chgData name="tal mitzmacher" userId="1505c5102fa662dd" providerId="LiveId" clId="{83F6014E-8E4E-4D41-9E92-0508A0C63AE7}" dt="2025-12-23T14:32:33.171" v="2472" actId="14100"/>
        <pc:sldMkLst>
          <pc:docMk/>
          <pc:sldMk cId="3017574245" sldId="285"/>
        </pc:sldMkLst>
        <pc:spChg chg="mod">
          <ac:chgData name="tal mitzmacher" userId="1505c5102fa662dd" providerId="LiveId" clId="{83F6014E-8E4E-4D41-9E92-0508A0C63AE7}" dt="2025-12-21T15:53:21.174" v="834" actId="14100"/>
          <ac:spMkLst>
            <pc:docMk/>
            <pc:sldMk cId="3017574245" sldId="285"/>
            <ac:spMk id="10" creationId="{753AD517-CCA2-C3E9-5ECC-6CAFB3E8B71A}"/>
          </ac:spMkLst>
        </pc:spChg>
        <pc:spChg chg="mod">
          <ac:chgData name="tal mitzmacher" userId="1505c5102fa662dd" providerId="LiveId" clId="{83F6014E-8E4E-4D41-9E92-0508A0C63AE7}" dt="2025-12-23T14:20:05.484" v="2253" actId="14100"/>
          <ac:spMkLst>
            <pc:docMk/>
            <pc:sldMk cId="3017574245" sldId="285"/>
            <ac:spMk id="13" creationId="{4BEB4C92-F5B5-DD17-3EE6-E1A12C39A80C}"/>
          </ac:spMkLst>
        </pc:spChg>
        <pc:spChg chg="add mod">
          <ac:chgData name="tal mitzmacher" userId="1505c5102fa662dd" providerId="LiveId" clId="{83F6014E-8E4E-4D41-9E92-0508A0C63AE7}" dt="2025-12-23T14:24:34.782" v="2316" actId="1076"/>
          <ac:spMkLst>
            <pc:docMk/>
            <pc:sldMk cId="3017574245" sldId="285"/>
            <ac:spMk id="25" creationId="{CCA9E2D3-E509-4ECF-301F-F0E162347B16}"/>
          </ac:spMkLst>
        </pc:spChg>
        <pc:spChg chg="add mod">
          <ac:chgData name="tal mitzmacher" userId="1505c5102fa662dd" providerId="LiveId" clId="{83F6014E-8E4E-4D41-9E92-0508A0C63AE7}" dt="2025-12-23T14:32:07.384" v="2468" actId="1076"/>
          <ac:spMkLst>
            <pc:docMk/>
            <pc:sldMk cId="3017574245" sldId="285"/>
            <ac:spMk id="26" creationId="{23CB301C-3913-88FC-E0F4-13C8F22D6BB8}"/>
          </ac:spMkLst>
        </pc:spChg>
        <pc:spChg chg="mod">
          <ac:chgData name="tal mitzmacher" userId="1505c5102fa662dd" providerId="LiveId" clId="{83F6014E-8E4E-4D41-9E92-0508A0C63AE7}" dt="2025-12-21T15:46:48.527" v="500" actId="1076"/>
          <ac:spMkLst>
            <pc:docMk/>
            <pc:sldMk cId="3017574245" sldId="285"/>
            <ac:spMk id="1338" creationId="{271D584E-D126-80B7-0BBF-C535627758FA}"/>
          </ac:spMkLst>
        </pc:spChg>
        <pc:spChg chg="mod">
          <ac:chgData name="tal mitzmacher" userId="1505c5102fa662dd" providerId="LiveId" clId="{83F6014E-8E4E-4D41-9E92-0508A0C63AE7}" dt="2025-12-23T14:24:32.169" v="2315" actId="1076"/>
          <ac:spMkLst>
            <pc:docMk/>
            <pc:sldMk cId="3017574245" sldId="285"/>
            <ac:spMk id="1344" creationId="{3A0F4C61-1A90-783B-CBB9-59604D2D475B}"/>
          </ac:spMkLst>
        </pc:spChg>
        <pc:spChg chg="mod">
          <ac:chgData name="tal mitzmacher" userId="1505c5102fa662dd" providerId="LiveId" clId="{83F6014E-8E4E-4D41-9E92-0508A0C63AE7}" dt="2025-12-23T14:23:50.782" v="2265" actId="1076"/>
          <ac:spMkLst>
            <pc:docMk/>
            <pc:sldMk cId="3017574245" sldId="285"/>
            <ac:spMk id="1345" creationId="{EC09522E-6DBE-B102-6F20-226B2DAED71A}"/>
          </ac:spMkLst>
        </pc:spChg>
        <pc:spChg chg="add del mod">
          <ac:chgData name="tal mitzmacher" userId="1505c5102fa662dd" providerId="LiveId" clId="{83F6014E-8E4E-4D41-9E92-0508A0C63AE7}" dt="2025-12-23T14:23:34.131" v="2263" actId="478"/>
          <ac:spMkLst>
            <pc:docMk/>
            <pc:sldMk cId="3017574245" sldId="285"/>
            <ac:spMk id="1346" creationId="{1CF52DE7-4417-B40F-555E-209DFAEACDAD}"/>
          </ac:spMkLst>
        </pc:spChg>
        <pc:spChg chg="mod">
          <ac:chgData name="tal mitzmacher" userId="1505c5102fa662dd" providerId="LiveId" clId="{83F6014E-8E4E-4D41-9E92-0508A0C63AE7}" dt="2025-12-21T15:53:12.152" v="833" actId="1035"/>
          <ac:spMkLst>
            <pc:docMk/>
            <pc:sldMk cId="3017574245" sldId="285"/>
            <ac:spMk id="1353" creationId="{0322995A-C433-15E4-BE7E-DD43F06BF940}"/>
          </ac:spMkLst>
        </pc:spChg>
        <pc:spChg chg="mod">
          <ac:chgData name="tal mitzmacher" userId="1505c5102fa662dd" providerId="LiveId" clId="{83F6014E-8E4E-4D41-9E92-0508A0C63AE7}" dt="2025-12-21T15:52:56.077" v="818" actId="404"/>
          <ac:spMkLst>
            <pc:docMk/>
            <pc:sldMk cId="3017574245" sldId="285"/>
            <ac:spMk id="1354" creationId="{2A0FCCD6-256D-CC27-3A8C-E78B086E39DB}"/>
          </ac:spMkLst>
        </pc:spChg>
        <pc:spChg chg="mod">
          <ac:chgData name="tal mitzmacher" userId="1505c5102fa662dd" providerId="LiveId" clId="{83F6014E-8E4E-4D41-9E92-0508A0C63AE7}" dt="2025-12-21T15:45:41.729" v="433" actId="1076"/>
          <ac:spMkLst>
            <pc:docMk/>
            <pc:sldMk cId="3017574245" sldId="285"/>
            <ac:spMk id="1355" creationId="{FA072CCC-B895-3C21-41D2-E2F8D9E00061}"/>
          </ac:spMkLst>
        </pc:spChg>
        <pc:spChg chg="mod">
          <ac:chgData name="tal mitzmacher" userId="1505c5102fa662dd" providerId="LiveId" clId="{83F6014E-8E4E-4D41-9E92-0508A0C63AE7}" dt="2025-12-21T15:54:04.794" v="842" actId="1076"/>
          <ac:spMkLst>
            <pc:docMk/>
            <pc:sldMk cId="3017574245" sldId="285"/>
            <ac:spMk id="1360" creationId="{C3D62A9B-AFCA-1A41-2DBC-7F05DB50868A}"/>
          </ac:spMkLst>
        </pc:spChg>
        <pc:grpChg chg="del mod ord">
          <ac:chgData name="tal mitzmacher" userId="1505c5102fa662dd" providerId="LiveId" clId="{83F6014E-8E4E-4D41-9E92-0508A0C63AE7}" dt="2025-12-23T14:16:17.922" v="2193" actId="478"/>
          <ac:grpSpMkLst>
            <pc:docMk/>
            <pc:sldMk cId="3017574245" sldId="285"/>
            <ac:grpSpMk id="6" creationId="{B5A991CD-8143-CB05-DBDA-87EECC860206}"/>
          </ac:grpSpMkLst>
        </pc:grpChg>
        <pc:grpChg chg="mod">
          <ac:chgData name="tal mitzmacher" userId="1505c5102fa662dd" providerId="LiveId" clId="{83F6014E-8E4E-4D41-9E92-0508A0C63AE7}" dt="2025-12-21T15:53:41.043" v="839" actId="1076"/>
          <ac:grpSpMkLst>
            <pc:docMk/>
            <pc:sldMk cId="3017574245" sldId="285"/>
            <ac:grpSpMk id="1347" creationId="{CAC92946-1D6F-7BFF-29F3-8BA3B660DBCF}"/>
          </ac:grpSpMkLst>
        </pc:grpChg>
        <pc:picChg chg="add del mod">
          <ac:chgData name="tal mitzmacher" userId="1505c5102fa662dd" providerId="LiveId" clId="{83F6014E-8E4E-4D41-9E92-0508A0C63AE7}" dt="2025-12-23T14:16:15.708" v="2192" actId="478"/>
          <ac:picMkLst>
            <pc:docMk/>
            <pc:sldMk cId="3017574245" sldId="285"/>
            <ac:picMk id="3" creationId="{7E890B2C-2818-0F30-EB6E-999912037E06}"/>
          </ac:picMkLst>
        </pc:picChg>
        <pc:picChg chg="add del mod">
          <ac:chgData name="tal mitzmacher" userId="1505c5102fa662dd" providerId="LiveId" clId="{83F6014E-8E4E-4D41-9E92-0508A0C63AE7}" dt="2025-12-23T14:25:27.249" v="2320" actId="478"/>
          <ac:picMkLst>
            <pc:docMk/>
            <pc:sldMk cId="3017574245" sldId="285"/>
            <ac:picMk id="24" creationId="{FCD25614-6FAC-9F03-0394-B1CCC9C21BE4}"/>
          </ac:picMkLst>
        </pc:picChg>
        <pc:cxnChg chg="add mod">
          <ac:chgData name="tal mitzmacher" userId="1505c5102fa662dd" providerId="LiveId" clId="{83F6014E-8E4E-4D41-9E92-0508A0C63AE7}" dt="2025-12-23T14:32:33.171" v="2472" actId="14100"/>
          <ac:cxnSpMkLst>
            <pc:docMk/>
            <pc:sldMk cId="3017574245" sldId="285"/>
            <ac:cxnSpMk id="28" creationId="{4750A2D3-9680-A873-DEE7-7A47DF9A4B77}"/>
          </ac:cxnSpMkLst>
        </pc:cxnChg>
      </pc:sldChg>
      <pc:sldChg chg="modSp add del mod ord">
        <pc:chgData name="tal mitzmacher" userId="1505c5102fa662dd" providerId="LiveId" clId="{83F6014E-8E4E-4D41-9E92-0508A0C63AE7}" dt="2025-12-23T15:35:22.578" v="4179" actId="2696"/>
        <pc:sldMkLst>
          <pc:docMk/>
          <pc:sldMk cId="3973353466" sldId="286"/>
        </pc:sldMkLst>
      </pc:sldChg>
      <pc:sldChg chg="addSp delSp modSp add del mod ord">
        <pc:chgData name="tal mitzmacher" userId="1505c5102fa662dd" providerId="LiveId" clId="{83F6014E-8E4E-4D41-9E92-0508A0C63AE7}" dt="2025-12-23T15:35:13.891" v="4177" actId="2696"/>
        <pc:sldMkLst>
          <pc:docMk/>
          <pc:sldMk cId="1434468423" sldId="287"/>
        </pc:sldMkLst>
        <pc:spChg chg="add del mod">
          <ac:chgData name="tal mitzmacher" userId="1505c5102fa662dd" providerId="LiveId" clId="{83F6014E-8E4E-4D41-9E92-0508A0C63AE7}" dt="2025-12-22T08:35:06.707" v="1530" actId="478"/>
          <ac:spMkLst>
            <pc:docMk/>
            <pc:sldMk cId="1434468423" sldId="287"/>
            <ac:spMk id="3" creationId="{5F328096-798A-960A-84AB-7A9A9C9FFA34}"/>
          </ac:spMkLst>
        </pc:spChg>
        <pc:spChg chg="add mod">
          <ac:chgData name="tal mitzmacher" userId="1505c5102fa662dd" providerId="LiveId" clId="{83F6014E-8E4E-4D41-9E92-0508A0C63AE7}" dt="2025-12-22T08:50:50.189" v="2070" actId="1036"/>
          <ac:spMkLst>
            <pc:docMk/>
            <pc:sldMk cId="1434468423" sldId="287"/>
            <ac:spMk id="5" creationId="{3842D6CE-C3D1-BFC4-0A70-E63887B95623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9" creationId="{83CA1C56-164A-8FCA-C344-AC4E142B5590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11" creationId="{7D93EA19-AA27-F8E0-0053-0DEFB5F6FC83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13" creationId="{9F0EEF20-C680-32B2-3818-D80248AD3FBE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14" creationId="{419C1777-9562-84E8-5170-28667471F944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15" creationId="{9E37068F-2FB3-DA63-109D-1E358556577F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16" creationId="{ED1822A3-1B61-5972-F901-1C3FD52034FE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17" creationId="{4F9ADCD9-DAC2-DC2B-5C9F-1E521EB7F04B}"/>
          </ac:spMkLst>
        </pc:spChg>
        <pc:spChg chg="mod">
          <ac:chgData name="tal mitzmacher" userId="1505c5102fa662dd" providerId="LiveId" clId="{83F6014E-8E4E-4D41-9E92-0508A0C63AE7}" dt="2025-12-22T08:50:26.043" v="2055" actId="115"/>
          <ac:spMkLst>
            <pc:docMk/>
            <pc:sldMk cId="1434468423" sldId="287"/>
            <ac:spMk id="18" creationId="{167DDE15-3D3E-535D-EE7B-560B904EE656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20" creationId="{0DAD0E3E-A972-975D-31DD-A67D95D4897A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21" creationId="{37661E14-69F4-91CF-C655-4A54E5044786}"/>
          </ac:spMkLst>
        </pc:spChg>
        <pc:spChg chg="mod">
          <ac:chgData name="tal mitzmacher" userId="1505c5102fa662dd" providerId="LiveId" clId="{83F6014E-8E4E-4D41-9E92-0508A0C63AE7}" dt="2025-12-22T08:41:24.856" v="1697"/>
          <ac:spMkLst>
            <pc:docMk/>
            <pc:sldMk cId="1434468423" sldId="287"/>
            <ac:spMk id="23" creationId="{D35A6224-D21F-F125-A2F0-29D14080ABEC}"/>
          </ac:spMkLst>
        </pc:spChg>
        <pc:spChg chg="add mod">
          <ac:chgData name="tal mitzmacher" userId="1505c5102fa662dd" providerId="LiveId" clId="{83F6014E-8E4E-4D41-9E92-0508A0C63AE7}" dt="2025-12-22T08:45:49.047" v="1934" actId="13926"/>
          <ac:spMkLst>
            <pc:docMk/>
            <pc:sldMk cId="1434468423" sldId="287"/>
            <ac:spMk id="24" creationId="{62425247-EA3D-55F9-9385-9C94DEE03419}"/>
          </ac:spMkLst>
        </pc:spChg>
        <pc:spChg chg="add mod">
          <ac:chgData name="tal mitzmacher" userId="1505c5102fa662dd" providerId="LiveId" clId="{83F6014E-8E4E-4D41-9E92-0508A0C63AE7}" dt="2025-12-22T08:46:15.996" v="1957" actId="767"/>
          <ac:spMkLst>
            <pc:docMk/>
            <pc:sldMk cId="1434468423" sldId="287"/>
            <ac:spMk id="25" creationId="{5727F459-E3C7-5275-7693-DB0E378E2CC4}"/>
          </ac:spMkLst>
        </pc:spChg>
        <pc:spChg chg="mod">
          <ac:chgData name="tal mitzmacher" userId="1505c5102fa662dd" providerId="LiveId" clId="{83F6014E-8E4E-4D41-9E92-0508A0C63AE7}" dt="2025-12-22T08:50:40.734" v="2058" actId="1076"/>
          <ac:spMkLst>
            <pc:docMk/>
            <pc:sldMk cId="1434468423" sldId="287"/>
            <ac:spMk id="1653" creationId="{1A98C25B-DC83-0971-00B4-28AEB5F501F0}"/>
          </ac:spMkLst>
        </pc:spChg>
        <pc:spChg chg="del">
          <ac:chgData name="tal mitzmacher" userId="1505c5102fa662dd" providerId="LiveId" clId="{83F6014E-8E4E-4D41-9E92-0508A0C63AE7}" dt="2025-12-22T08:35:01.599" v="1529" actId="478"/>
          <ac:spMkLst>
            <pc:docMk/>
            <pc:sldMk cId="1434468423" sldId="287"/>
            <ac:spMk id="1655" creationId="{DF07E99F-961A-3CF5-A654-673F875F17A0}"/>
          </ac:spMkLst>
        </pc:spChg>
        <pc:grpChg chg="mod ord">
          <ac:chgData name="tal mitzmacher" userId="1505c5102fa662dd" providerId="LiveId" clId="{83F6014E-8E4E-4D41-9E92-0508A0C63AE7}" dt="2025-12-22T08:47:56.559" v="2028" actId="1036"/>
          <ac:grpSpMkLst>
            <pc:docMk/>
            <pc:sldMk cId="1434468423" sldId="287"/>
            <ac:grpSpMk id="6" creationId="{D0151BCB-1847-18DF-237A-089C4B0960E2}"/>
          </ac:grpSpMkLst>
        </pc:grpChg>
        <pc:picChg chg="add mod">
          <ac:chgData name="tal mitzmacher" userId="1505c5102fa662dd" providerId="LiveId" clId="{83F6014E-8E4E-4D41-9E92-0508A0C63AE7}" dt="2025-12-22T08:47:58.650" v="2030" actId="1036"/>
          <ac:picMkLst>
            <pc:docMk/>
            <pc:sldMk cId="1434468423" sldId="287"/>
            <ac:picMk id="4" creationId="{71A3D31F-D756-9C28-29B0-F0D135B3B797}"/>
          </ac:picMkLst>
        </pc:picChg>
      </pc:sldChg>
      <pc:sldChg chg="modSp add del mod">
        <pc:chgData name="tal mitzmacher" userId="1505c5102fa662dd" providerId="LiveId" clId="{83F6014E-8E4E-4D41-9E92-0508A0C63AE7}" dt="2025-12-23T15:35:18.572" v="4178" actId="2696"/>
        <pc:sldMkLst>
          <pc:docMk/>
          <pc:sldMk cId="0" sldId="288"/>
        </pc:sldMkLst>
        <pc:spChg chg="mod">
          <ac:chgData name="tal mitzmacher" userId="1505c5102fa662dd" providerId="LiveId" clId="{83F6014E-8E4E-4D41-9E92-0508A0C63AE7}" dt="2025-12-22T08:55:58.373" v="2088" actId="14100"/>
          <ac:spMkLst>
            <pc:docMk/>
            <pc:sldMk cId="0" sldId="288"/>
            <ac:spMk id="9" creationId="{B0FEA04B-FF24-0EBC-0B64-9BAC77E0329E}"/>
          </ac:spMkLst>
        </pc:spChg>
      </pc:sldChg>
      <pc:sldChg chg="addSp delSp modSp add mod ord">
        <pc:chgData name="tal mitzmacher" userId="1505c5102fa662dd" providerId="LiveId" clId="{83F6014E-8E4E-4D41-9E92-0508A0C63AE7}" dt="2025-12-23T14:34:42.999" v="2542" actId="20577"/>
        <pc:sldMkLst>
          <pc:docMk/>
          <pc:sldMk cId="2907726173" sldId="289"/>
        </pc:sldMkLst>
        <pc:spChg chg="mod">
          <ac:chgData name="tal mitzmacher" userId="1505c5102fa662dd" providerId="LiveId" clId="{83F6014E-8E4E-4D41-9E92-0508A0C63AE7}" dt="2025-12-23T14:33:00.350" v="2504" actId="20577"/>
          <ac:spMkLst>
            <pc:docMk/>
            <pc:sldMk cId="2907726173" sldId="289"/>
            <ac:spMk id="2" creationId="{757F2645-DD9D-149F-DEA2-7E67FC8A0AA5}"/>
          </ac:spMkLst>
        </pc:spChg>
        <pc:spChg chg="add mod">
          <ac:chgData name="tal mitzmacher" userId="1505c5102fa662dd" providerId="LiveId" clId="{83F6014E-8E4E-4D41-9E92-0508A0C63AE7}" dt="2025-12-23T14:34:42.999" v="2542" actId="20577"/>
          <ac:spMkLst>
            <pc:docMk/>
            <pc:sldMk cId="2907726173" sldId="289"/>
            <ac:spMk id="4" creationId="{B8925387-1BE1-1E6B-8902-E44D73E27993}"/>
          </ac:spMkLst>
        </pc:spChg>
        <pc:spChg chg="del mod">
          <ac:chgData name="tal mitzmacher" userId="1505c5102fa662dd" providerId="LiveId" clId="{83F6014E-8E4E-4D41-9E92-0508A0C63AE7}" dt="2025-12-23T14:33:06.505" v="2508"/>
          <ac:spMkLst>
            <pc:docMk/>
            <pc:sldMk cId="2907726173" sldId="289"/>
            <ac:spMk id="5" creationId="{B72F5172-7A46-5063-5C52-9FFE82E73907}"/>
          </ac:spMkLst>
        </pc:spChg>
        <pc:spChg chg="del">
          <ac:chgData name="tal mitzmacher" userId="1505c5102fa662dd" providerId="LiveId" clId="{83F6014E-8E4E-4D41-9E92-0508A0C63AE7}" dt="2025-12-23T14:33:06.505" v="2506" actId="478"/>
          <ac:spMkLst>
            <pc:docMk/>
            <pc:sldMk cId="2907726173" sldId="289"/>
            <ac:spMk id="6" creationId="{6C3C717C-92B9-8638-F8B7-A52EEAE1AB24}"/>
          </ac:spMkLst>
        </pc:spChg>
        <pc:picChg chg="add mod">
          <ac:chgData name="tal mitzmacher" userId="1505c5102fa662dd" providerId="LiveId" clId="{83F6014E-8E4E-4D41-9E92-0508A0C63AE7}" dt="2025-12-23T14:33:53.776" v="2518" actId="1076"/>
          <ac:picMkLst>
            <pc:docMk/>
            <pc:sldMk cId="2907726173" sldId="289"/>
            <ac:picMk id="3" creationId="{31AC56A0-CF62-6674-A9A9-0B0CBD704B9D}"/>
          </ac:picMkLst>
        </pc:picChg>
      </pc:sldChg>
      <pc:sldMasterChg chg="delSldLayout">
        <pc:chgData name="tal mitzmacher" userId="1505c5102fa662dd" providerId="LiveId" clId="{83F6014E-8E4E-4D41-9E92-0508A0C63AE7}" dt="2025-12-23T15:35:26.764" v="4180" actId="2696"/>
        <pc:sldMasterMkLst>
          <pc:docMk/>
          <pc:sldMasterMk cId="4185399197" sldId="2147483648"/>
        </pc:sldMasterMkLst>
        <pc:sldLayoutChg chg="del">
          <pc:chgData name="tal mitzmacher" userId="1505c5102fa662dd" providerId="LiveId" clId="{83F6014E-8E4E-4D41-9E92-0508A0C63AE7}" dt="2025-12-23T14:14:45.501" v="2167" actId="2696"/>
          <pc:sldLayoutMkLst>
            <pc:docMk/>
            <pc:sldMasterMk cId="4185399197" sldId="2147483648"/>
            <pc:sldLayoutMk cId="2281727444" sldId="2147483662"/>
          </pc:sldLayoutMkLst>
        </pc:sldLayoutChg>
        <pc:sldLayoutChg chg="del">
          <pc:chgData name="tal mitzmacher" userId="1505c5102fa662dd" providerId="LiveId" clId="{83F6014E-8E4E-4D41-9E92-0508A0C63AE7}" dt="2025-12-23T15:35:26.764" v="4180" actId="2696"/>
          <pc:sldLayoutMkLst>
            <pc:docMk/>
            <pc:sldMasterMk cId="4185399197" sldId="2147483648"/>
            <pc:sldLayoutMk cId="3903720333" sldId="21474836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4E0623A-867B-4B2C-80CD-6C2D77A29F8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698BFD6-4A74-4BAB-A648-04583F94339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586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11bc263f502_0_2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11bc263f502_0_2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11bc263f502_0_3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11bc263f502_0_3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>
          <a:extLst>
            <a:ext uri="{FF2B5EF4-FFF2-40B4-BE49-F238E27FC236}">
              <a16:creationId xmlns:a16="http://schemas.microsoft.com/office/drawing/2014/main" id="{32215B4A-50EB-A76C-3FFB-F71B50FF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11bc263f502_0_3108:notes">
            <a:extLst>
              <a:ext uri="{FF2B5EF4-FFF2-40B4-BE49-F238E27FC236}">
                <a16:creationId xmlns:a16="http://schemas.microsoft.com/office/drawing/2014/main" id="{9A8197F2-0B99-A557-CE24-8F209B9DBE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11bc263f502_0_3108:notes">
            <a:extLst>
              <a:ext uri="{FF2B5EF4-FFF2-40B4-BE49-F238E27FC236}">
                <a16:creationId xmlns:a16="http://schemas.microsoft.com/office/drawing/2014/main" id="{80A14640-A2D1-FA37-674F-4D5488E1B7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625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>
          <a:extLst>
            <a:ext uri="{FF2B5EF4-FFF2-40B4-BE49-F238E27FC236}">
              <a16:creationId xmlns:a16="http://schemas.microsoft.com/office/drawing/2014/main" id="{557BAC4B-6A38-C7D2-00D0-7EA617FE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1bc263f502_0_2669:notes">
            <a:extLst>
              <a:ext uri="{FF2B5EF4-FFF2-40B4-BE49-F238E27FC236}">
                <a16:creationId xmlns:a16="http://schemas.microsoft.com/office/drawing/2014/main" id="{1471E5A3-0C92-943D-2367-8557FCEB6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1bc263f502_0_2669:notes">
            <a:extLst>
              <a:ext uri="{FF2B5EF4-FFF2-40B4-BE49-F238E27FC236}">
                <a16:creationId xmlns:a16="http://schemas.microsoft.com/office/drawing/2014/main" id="{6AD62DA7-B871-0C3E-D027-79CE6E865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5192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12937d05419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12937d05419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1bc263f502_0_2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1bc263f502_0_2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14897c5ae6f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14897c5ae6f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12937d05419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12937d05419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6E788D-9A29-0251-B818-507E4D06A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58C12FB-7153-5002-1CCA-CF8D635C4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607FD65-6485-85AC-22D6-417D4F008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D4A0DA-B5D2-A448-AB71-79418B11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13E8A9A-FD65-992B-6F09-4EF1AA8E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718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9A9292-1E3D-CEE3-D2F3-A501C6C0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9E48C47-F8C1-B74C-F5F7-F7A59CC74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EAF6FC-FDFF-A582-1A22-860987C2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915101-536C-0CCE-F4B6-478E993C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1162DD8-5238-ACA9-3DBC-3069AD09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228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57AA0A-3C17-E081-E061-562832AA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A0AB8B5-3229-BF55-06C7-1D53E9050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560454D-5171-0BE3-E1FC-DA429361D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2FAD9AD-01FC-D824-9EBF-7AE45BA9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9278A3E-8CE8-606C-7B49-097FE980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830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DC540A-573F-E9BB-CA3A-4E8421C6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75AA572-0067-51A1-58AA-6744FAF08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FA77917-D428-69CC-540D-07083FB01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99963EC-6A7F-5AB0-FF39-2273C5B3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686AB6C-52F5-A771-26DF-897E224D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7BBF9A7-FC80-E445-B93A-74722C971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22509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DB4A9D-1127-0AD4-B37A-27F011E4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9F63FF7-6036-442C-72A9-43D4FF3D7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B12E195-F4A9-CB90-A7F4-C12185D39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3367A7A-2359-12ED-5197-6F239C9A6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6D1CECB-4B4A-2F80-60F7-F614511DF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4FCBCE7-B3B7-33B8-6891-F4268F3F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77B6219-39B0-29D4-7C0E-377296332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5FEFE13-D5D5-7F8D-95B6-54EB944D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289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2CFE49-BA5F-3A3C-91D7-67F32189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D7497B4-796D-3B6A-95C4-18A05DA9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71E7E60-D8FB-5F77-3CD9-3DE41DC5C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4FF7627-9A3D-2F7D-7500-C6608286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265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4B935BC-6885-C5EF-637C-9D06C358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00F1151-458B-5435-A0A7-537DC5245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181CC54-CF52-D316-2A1A-6B3D780F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307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EA5216-C00E-800A-9DF6-E046B304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5EDAA5D-9964-E1F3-8268-2F34817ED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C05C910-F523-83D7-4562-4B164A9BC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DCCB846-79DF-7B5E-1AEF-5969D13E9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D7FC1A7-5249-A5D2-6D34-B9F62444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10B6FB4-4CCC-5428-6C83-E3E2C173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556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45F83EE-354F-CB94-05D6-2D3C1EE1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4058E34-E4C4-C719-8322-FFC31A71B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C7FD312-0A4E-1F2E-611E-5C2DBFEBC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9FF376E-9D68-D800-A16E-4E697460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CB12C99-80A7-7D45-4605-7B6F4345E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F04BF3D-8BC9-26DD-5F70-81A6B1C2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6911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EDC960-304F-F34C-5640-A8546AA0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AB1519E-E9C1-94D2-F98C-EAAA6E70F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D9600CC-2CC0-BD11-0751-25628160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046AA5F-7F2C-6222-90F9-749F7A10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F0FA3CA-F73B-19CF-BEF3-CCA9E91D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166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A0A01CC-C44F-FBE6-C66F-0AF4CA3D4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6993E16-9B88-9D12-2995-C4067497D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926F3C6-E7EE-562A-0527-E4B9C168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596F86-5624-37DD-41FD-16A8672A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2EA8CE5-E72F-06B2-C33D-53DE2690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3845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26753" y="207727"/>
            <a:ext cx="2457809" cy="2457869"/>
            <a:chOff x="2597050" y="3821625"/>
            <a:chExt cx="1016800" cy="1016825"/>
          </a:xfrm>
        </p:grpSpPr>
        <p:sp>
          <p:nvSpPr>
            <p:cNvPr id="10" name="Google Shape;10;p2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" name="Google Shape;22;p2"/>
          <p:cNvSpPr>
            <a:spLocks noGrp="1"/>
          </p:cNvSpPr>
          <p:nvPr>
            <p:ph type="pic" idx="2"/>
          </p:nvPr>
        </p:nvSpPr>
        <p:spPr>
          <a:xfrm rot="-305814">
            <a:off x="9892764" y="373265"/>
            <a:ext cx="3255272" cy="4291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Google Shape;23;p2"/>
          <p:cNvSpPr>
            <a:spLocks noGrp="1"/>
          </p:cNvSpPr>
          <p:nvPr>
            <p:ph type="pic" idx="3"/>
          </p:nvPr>
        </p:nvSpPr>
        <p:spPr>
          <a:xfrm rot="-767854">
            <a:off x="-1026310" y="2611933"/>
            <a:ext cx="3181841" cy="42426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3129203" y="926767"/>
            <a:ext cx="5933600" cy="32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3975332" y="4607251"/>
            <a:ext cx="4241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6" name="Google Shape;2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96117" y="-226108"/>
            <a:ext cx="3459067" cy="122106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 rot="3661550">
            <a:off x="11075609" y="4133853"/>
            <a:ext cx="1410020" cy="1710564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2"/>
          <p:cNvSpPr/>
          <p:nvPr/>
        </p:nvSpPr>
        <p:spPr>
          <a:xfrm>
            <a:off x="8229601" y="5051733"/>
            <a:ext cx="3998900" cy="1960800"/>
          </a:xfrm>
          <a:custGeom>
            <a:avLst/>
            <a:gdLst/>
            <a:ahLst/>
            <a:cxnLst/>
            <a:rect l="l" t="t" r="r" b="b"/>
            <a:pathLst>
              <a:path w="119967" h="58824" extrusionOk="0">
                <a:moveTo>
                  <a:pt x="0" y="58824"/>
                </a:moveTo>
                <a:cubicBezTo>
                  <a:pt x="9914" y="42308"/>
                  <a:pt x="22603" y="22583"/>
                  <a:pt x="41438" y="18546"/>
                </a:cubicBezTo>
                <a:cubicBezTo>
                  <a:pt x="47772" y="17188"/>
                  <a:pt x="54744" y="15521"/>
                  <a:pt x="60853" y="17676"/>
                </a:cubicBezTo>
                <a:cubicBezTo>
                  <a:pt x="68341" y="20318"/>
                  <a:pt x="78000" y="29430"/>
                  <a:pt x="75052" y="36802"/>
                </a:cubicBezTo>
                <a:cubicBezTo>
                  <a:pt x="72971" y="42005"/>
                  <a:pt x="61745" y="41467"/>
                  <a:pt x="58245" y="37091"/>
                </a:cubicBezTo>
                <a:cubicBezTo>
                  <a:pt x="54218" y="32056"/>
                  <a:pt x="57059" y="22957"/>
                  <a:pt x="61142" y="17966"/>
                </a:cubicBezTo>
                <a:cubicBezTo>
                  <a:pt x="74124" y="2097"/>
                  <a:pt x="100078" y="4977"/>
                  <a:pt x="119967" y="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sp>
        <p:nvSpPr>
          <p:cNvPr id="29" name="Google Shape;29;p2"/>
          <p:cNvSpPr/>
          <p:nvPr/>
        </p:nvSpPr>
        <p:spPr>
          <a:xfrm>
            <a:off x="-42197" y="-158499"/>
            <a:ext cx="3591033" cy="1625633"/>
          </a:xfrm>
          <a:custGeom>
            <a:avLst/>
            <a:gdLst/>
            <a:ahLst/>
            <a:cxnLst/>
            <a:rect l="l" t="t" r="r" b="b"/>
            <a:pathLst>
              <a:path w="107731" h="48769" extrusionOk="0">
                <a:moveTo>
                  <a:pt x="670" y="1143"/>
                </a:moveTo>
                <a:cubicBezTo>
                  <a:pt x="-1849" y="12476"/>
                  <a:pt x="3369" y="26715"/>
                  <a:pt x="12481" y="33909"/>
                </a:cubicBezTo>
                <a:cubicBezTo>
                  <a:pt x="27156" y="45495"/>
                  <a:pt x="48825" y="51779"/>
                  <a:pt x="66964" y="47244"/>
                </a:cubicBezTo>
                <a:cubicBezTo>
                  <a:pt x="77425" y="44629"/>
                  <a:pt x="88565" y="39169"/>
                  <a:pt x="94396" y="30099"/>
                </a:cubicBezTo>
                <a:cubicBezTo>
                  <a:pt x="100330" y="20868"/>
                  <a:pt x="102823" y="9815"/>
                  <a:pt x="107731" y="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</p:spTree>
    <p:extLst>
      <p:ext uri="{BB962C8B-B14F-4D97-AF65-F5344CB8AC3E}">
        <p14:creationId xmlns:p14="http://schemas.microsoft.com/office/powerpoint/2010/main" val="2947768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"/>
          <p:cNvSpPr txBox="1">
            <a:spLocks noGrp="1"/>
          </p:cNvSpPr>
          <p:nvPr>
            <p:ph type="title"/>
          </p:nvPr>
        </p:nvSpPr>
        <p:spPr>
          <a:xfrm>
            <a:off x="951200" y="2567000"/>
            <a:ext cx="3930800" cy="17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25"/>
          <p:cNvSpPr txBox="1">
            <a:spLocks noGrp="1"/>
          </p:cNvSpPr>
          <p:nvPr>
            <p:ph type="title" idx="2"/>
          </p:nvPr>
        </p:nvSpPr>
        <p:spPr>
          <a:xfrm>
            <a:off x="5731100" y="1813117"/>
            <a:ext cx="2393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566" name="Google Shape;566;p25"/>
          <p:cNvSpPr txBox="1">
            <a:spLocks noGrp="1"/>
          </p:cNvSpPr>
          <p:nvPr>
            <p:ph type="subTitle" idx="1"/>
          </p:nvPr>
        </p:nvSpPr>
        <p:spPr>
          <a:xfrm>
            <a:off x="5731100" y="2385847"/>
            <a:ext cx="239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25"/>
          <p:cNvSpPr txBox="1">
            <a:spLocks noGrp="1"/>
          </p:cNvSpPr>
          <p:nvPr>
            <p:ph type="title" idx="3"/>
          </p:nvPr>
        </p:nvSpPr>
        <p:spPr>
          <a:xfrm>
            <a:off x="8480300" y="1813117"/>
            <a:ext cx="2393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568" name="Google Shape;568;p25"/>
          <p:cNvSpPr txBox="1">
            <a:spLocks noGrp="1"/>
          </p:cNvSpPr>
          <p:nvPr>
            <p:ph type="subTitle" idx="4"/>
          </p:nvPr>
        </p:nvSpPr>
        <p:spPr>
          <a:xfrm>
            <a:off x="8480301" y="2385847"/>
            <a:ext cx="239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25"/>
          <p:cNvSpPr txBox="1">
            <a:spLocks noGrp="1"/>
          </p:cNvSpPr>
          <p:nvPr>
            <p:ph type="title" idx="5"/>
          </p:nvPr>
        </p:nvSpPr>
        <p:spPr>
          <a:xfrm>
            <a:off x="5731100" y="4260955"/>
            <a:ext cx="2393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570" name="Google Shape;570;p25"/>
          <p:cNvSpPr txBox="1">
            <a:spLocks noGrp="1"/>
          </p:cNvSpPr>
          <p:nvPr>
            <p:ph type="subTitle" idx="6"/>
          </p:nvPr>
        </p:nvSpPr>
        <p:spPr>
          <a:xfrm>
            <a:off x="5731100" y="4833684"/>
            <a:ext cx="239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5"/>
          <p:cNvSpPr txBox="1">
            <a:spLocks noGrp="1"/>
          </p:cNvSpPr>
          <p:nvPr>
            <p:ph type="title" idx="7"/>
          </p:nvPr>
        </p:nvSpPr>
        <p:spPr>
          <a:xfrm>
            <a:off x="8480300" y="4260953"/>
            <a:ext cx="2393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572" name="Google Shape;572;p25"/>
          <p:cNvSpPr txBox="1">
            <a:spLocks noGrp="1"/>
          </p:cNvSpPr>
          <p:nvPr>
            <p:ph type="subTitle" idx="8"/>
          </p:nvPr>
        </p:nvSpPr>
        <p:spPr>
          <a:xfrm>
            <a:off x="8480301" y="4833684"/>
            <a:ext cx="239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73" name="Google Shape;573;p25"/>
          <p:cNvGrpSpPr/>
          <p:nvPr/>
        </p:nvGrpSpPr>
        <p:grpSpPr>
          <a:xfrm rot="5400000">
            <a:off x="185605" y="3164372"/>
            <a:ext cx="3012508" cy="5523857"/>
            <a:chOff x="580425" y="3110825"/>
            <a:chExt cx="1220100" cy="2237225"/>
          </a:xfrm>
        </p:grpSpPr>
        <p:sp>
          <p:nvSpPr>
            <p:cNvPr id="574" name="Google Shape;574;p25"/>
            <p:cNvSpPr/>
            <p:nvPr/>
          </p:nvSpPr>
          <p:spPr>
            <a:xfrm>
              <a:off x="5804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25"/>
            <p:cNvSpPr/>
            <p:nvPr/>
          </p:nvSpPr>
          <p:spPr>
            <a:xfrm>
              <a:off x="7837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25"/>
            <p:cNvSpPr/>
            <p:nvPr/>
          </p:nvSpPr>
          <p:spPr>
            <a:xfrm>
              <a:off x="9873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25"/>
            <p:cNvSpPr/>
            <p:nvPr/>
          </p:nvSpPr>
          <p:spPr>
            <a:xfrm>
              <a:off x="1190625" y="3111425"/>
              <a:ext cx="0" cy="2236025"/>
            </a:xfrm>
            <a:custGeom>
              <a:avLst/>
              <a:gdLst/>
              <a:ahLst/>
              <a:cxnLst/>
              <a:rect l="l" t="t" r="r" b="b"/>
              <a:pathLst>
                <a:path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25"/>
            <p:cNvSpPr/>
            <p:nvPr/>
          </p:nvSpPr>
          <p:spPr>
            <a:xfrm>
              <a:off x="13939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25"/>
            <p:cNvSpPr/>
            <p:nvPr/>
          </p:nvSpPr>
          <p:spPr>
            <a:xfrm>
              <a:off x="15972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25"/>
            <p:cNvSpPr/>
            <p:nvPr/>
          </p:nvSpPr>
          <p:spPr>
            <a:xfrm>
              <a:off x="18005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25"/>
            <p:cNvSpPr/>
            <p:nvPr/>
          </p:nvSpPr>
          <p:spPr>
            <a:xfrm>
              <a:off x="581025" y="3110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25"/>
            <p:cNvSpPr/>
            <p:nvPr/>
          </p:nvSpPr>
          <p:spPr>
            <a:xfrm>
              <a:off x="581025" y="3314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25"/>
            <p:cNvSpPr/>
            <p:nvPr/>
          </p:nvSpPr>
          <p:spPr>
            <a:xfrm>
              <a:off x="581025" y="3517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581025" y="3721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25"/>
            <p:cNvSpPr/>
            <p:nvPr/>
          </p:nvSpPr>
          <p:spPr>
            <a:xfrm>
              <a:off x="581025" y="39243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25"/>
            <p:cNvSpPr/>
            <p:nvPr/>
          </p:nvSpPr>
          <p:spPr>
            <a:xfrm>
              <a:off x="581025" y="41276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25"/>
            <p:cNvSpPr/>
            <p:nvPr/>
          </p:nvSpPr>
          <p:spPr>
            <a:xfrm>
              <a:off x="581025" y="43309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25"/>
            <p:cNvSpPr/>
            <p:nvPr/>
          </p:nvSpPr>
          <p:spPr>
            <a:xfrm>
              <a:off x="581025" y="45345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25"/>
            <p:cNvSpPr/>
            <p:nvPr/>
          </p:nvSpPr>
          <p:spPr>
            <a:xfrm>
              <a:off x="581025" y="4737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25"/>
            <p:cNvSpPr/>
            <p:nvPr/>
          </p:nvSpPr>
          <p:spPr>
            <a:xfrm>
              <a:off x="581025" y="4941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25"/>
            <p:cNvSpPr/>
            <p:nvPr/>
          </p:nvSpPr>
          <p:spPr>
            <a:xfrm>
              <a:off x="581025" y="5144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25"/>
            <p:cNvSpPr/>
            <p:nvPr/>
          </p:nvSpPr>
          <p:spPr>
            <a:xfrm>
              <a:off x="581025" y="5348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593" name="Google Shape;59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00285" y="5955275"/>
            <a:ext cx="4364564" cy="1296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497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"/>
          <p:cNvSpPr txBox="1">
            <a:spLocks noGrp="1"/>
          </p:cNvSpPr>
          <p:nvPr>
            <p:ph type="subTitle" idx="1"/>
          </p:nvPr>
        </p:nvSpPr>
        <p:spPr>
          <a:xfrm>
            <a:off x="1849500" y="3574300"/>
            <a:ext cx="3965200" cy="16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0"/>
          <p:cNvSpPr txBox="1">
            <a:spLocks noGrp="1"/>
          </p:cNvSpPr>
          <p:nvPr>
            <p:ph type="title"/>
          </p:nvPr>
        </p:nvSpPr>
        <p:spPr>
          <a:xfrm>
            <a:off x="1849500" y="2589100"/>
            <a:ext cx="3965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0"/>
          <p:cNvSpPr/>
          <p:nvPr/>
        </p:nvSpPr>
        <p:spPr>
          <a:xfrm rot="-3661577" flipH="1">
            <a:off x="482423" y="4368376"/>
            <a:ext cx="2106764" cy="2555901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37" name="Google Shape;437;p20"/>
          <p:cNvGrpSpPr/>
          <p:nvPr/>
        </p:nvGrpSpPr>
        <p:grpSpPr>
          <a:xfrm>
            <a:off x="-14" y="531494"/>
            <a:ext cx="2457809" cy="2457869"/>
            <a:chOff x="2597050" y="3821625"/>
            <a:chExt cx="1016800" cy="1016825"/>
          </a:xfrm>
        </p:grpSpPr>
        <p:sp>
          <p:nvSpPr>
            <p:cNvPr id="438" name="Google Shape;438;p20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0" name="Google Shape;450;p20"/>
          <p:cNvSpPr/>
          <p:nvPr/>
        </p:nvSpPr>
        <p:spPr>
          <a:xfrm>
            <a:off x="-42197" y="-158499"/>
            <a:ext cx="3591033" cy="1625633"/>
          </a:xfrm>
          <a:custGeom>
            <a:avLst/>
            <a:gdLst/>
            <a:ahLst/>
            <a:cxnLst/>
            <a:rect l="l" t="t" r="r" b="b"/>
            <a:pathLst>
              <a:path w="107731" h="48769" extrusionOk="0">
                <a:moveTo>
                  <a:pt x="670" y="1143"/>
                </a:moveTo>
                <a:cubicBezTo>
                  <a:pt x="-1849" y="12476"/>
                  <a:pt x="3369" y="26715"/>
                  <a:pt x="12481" y="33909"/>
                </a:cubicBezTo>
                <a:cubicBezTo>
                  <a:pt x="27156" y="45495"/>
                  <a:pt x="48825" y="51779"/>
                  <a:pt x="66964" y="47244"/>
                </a:cubicBezTo>
                <a:cubicBezTo>
                  <a:pt x="77425" y="44629"/>
                  <a:pt x="88565" y="39169"/>
                  <a:pt x="94396" y="30099"/>
                </a:cubicBezTo>
                <a:cubicBezTo>
                  <a:pt x="100330" y="20868"/>
                  <a:pt x="102823" y="9815"/>
                  <a:pt x="107731" y="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grpSp>
        <p:nvGrpSpPr>
          <p:cNvPr id="451" name="Google Shape;451;p20"/>
          <p:cNvGrpSpPr/>
          <p:nvPr/>
        </p:nvGrpSpPr>
        <p:grpSpPr>
          <a:xfrm>
            <a:off x="9208482" y="955968"/>
            <a:ext cx="3012508" cy="5523857"/>
            <a:chOff x="580425" y="3110825"/>
            <a:chExt cx="1220100" cy="2237225"/>
          </a:xfrm>
        </p:grpSpPr>
        <p:sp>
          <p:nvSpPr>
            <p:cNvPr id="452" name="Google Shape;452;p20"/>
            <p:cNvSpPr/>
            <p:nvPr/>
          </p:nvSpPr>
          <p:spPr>
            <a:xfrm>
              <a:off x="5804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7837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9873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1190625" y="3111425"/>
              <a:ext cx="0" cy="2236025"/>
            </a:xfrm>
            <a:custGeom>
              <a:avLst/>
              <a:gdLst/>
              <a:ahLst/>
              <a:cxnLst/>
              <a:rect l="l" t="t" r="r" b="b"/>
              <a:pathLst>
                <a:path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3939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15972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18005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581025" y="3110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581025" y="3314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581025" y="3517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581025" y="3721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581025" y="39243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581025" y="41276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581025" y="43309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581025" y="45345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581025" y="4737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581025" y="4941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581025" y="5144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581025" y="5348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471" name="Google Shape;47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934" y="6138785"/>
            <a:ext cx="4670633" cy="569833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0"/>
          <p:cNvSpPr>
            <a:spLocks noGrp="1"/>
          </p:cNvSpPr>
          <p:nvPr>
            <p:ph type="pic" idx="2"/>
          </p:nvPr>
        </p:nvSpPr>
        <p:spPr>
          <a:xfrm rot="-317840">
            <a:off x="6648037" y="486071"/>
            <a:ext cx="3609015" cy="4888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73" name="Google Shape;473;p20"/>
          <p:cNvSpPr>
            <a:spLocks noGrp="1"/>
          </p:cNvSpPr>
          <p:nvPr>
            <p:ph type="pic" idx="3"/>
          </p:nvPr>
        </p:nvSpPr>
        <p:spPr>
          <a:xfrm rot="288103">
            <a:off x="9315515" y="3179464"/>
            <a:ext cx="2499171" cy="299933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0309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-1508567" y="-793598"/>
            <a:ext cx="2302971" cy="2304155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1" name="Google Shape;291;p15"/>
          <p:cNvSpPr/>
          <p:nvPr/>
        </p:nvSpPr>
        <p:spPr>
          <a:xfrm flipH="1">
            <a:off x="-164844" y="-105332"/>
            <a:ext cx="2338144" cy="1124699"/>
          </a:xfrm>
          <a:custGeom>
            <a:avLst/>
            <a:gdLst/>
            <a:ahLst/>
            <a:cxnLst/>
            <a:rect l="l" t="t" r="r" b="b"/>
            <a:pathLst>
              <a:path w="157734" h="72390" extrusionOk="0">
                <a:moveTo>
                  <a:pt x="0" y="0"/>
                </a:moveTo>
                <a:cubicBezTo>
                  <a:pt x="0" y="10377"/>
                  <a:pt x="3038" y="22853"/>
                  <a:pt x="11430" y="28956"/>
                </a:cubicBezTo>
                <a:cubicBezTo>
                  <a:pt x="16438" y="32598"/>
                  <a:pt x="22232" y="35288"/>
                  <a:pt x="28194" y="36957"/>
                </a:cubicBezTo>
                <a:cubicBezTo>
                  <a:pt x="44261" y="41456"/>
                  <a:pt x="61744" y="37495"/>
                  <a:pt x="78105" y="40767"/>
                </a:cubicBezTo>
                <a:cubicBezTo>
                  <a:pt x="88468" y="42840"/>
                  <a:pt x="99368" y="45475"/>
                  <a:pt x="107823" y="51816"/>
                </a:cubicBezTo>
                <a:cubicBezTo>
                  <a:pt x="114757" y="57017"/>
                  <a:pt x="119916" y="65113"/>
                  <a:pt x="128016" y="68199"/>
                </a:cubicBezTo>
                <a:cubicBezTo>
                  <a:pt x="137365" y="71760"/>
                  <a:pt x="147730" y="72390"/>
                  <a:pt x="157734" y="7239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667" y="-105337"/>
            <a:ext cx="3245567" cy="6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886051" y="5966825"/>
            <a:ext cx="3459067" cy="1221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4627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4"/>
          <p:cNvGrpSpPr/>
          <p:nvPr/>
        </p:nvGrpSpPr>
        <p:grpSpPr>
          <a:xfrm>
            <a:off x="-284081" y="-38835"/>
            <a:ext cx="5467181" cy="5467120"/>
            <a:chOff x="4747600" y="1890450"/>
            <a:chExt cx="2237225" cy="2237200"/>
          </a:xfrm>
        </p:grpSpPr>
        <p:sp>
          <p:nvSpPr>
            <p:cNvPr id="259" name="Google Shape;259;p14"/>
            <p:cNvSpPr/>
            <p:nvPr/>
          </p:nvSpPr>
          <p:spPr>
            <a:xfrm>
              <a:off x="47476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1" y="0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9509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1" y="0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1542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1" y="0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3578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1" y="0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5611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57644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59677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61713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63746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65779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67812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69848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748200" y="18904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4748200" y="20937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4748200" y="22970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4748200" y="25006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748200" y="27039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4748200" y="29072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4748200" y="31105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748200" y="33141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748200" y="35174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748200" y="37207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748200" y="39240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748200" y="41276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3" name="Google Shape;283;p14"/>
          <p:cNvSpPr/>
          <p:nvPr/>
        </p:nvSpPr>
        <p:spPr>
          <a:xfrm rot="3661618">
            <a:off x="5420183" y="-360724"/>
            <a:ext cx="7291752" cy="8846168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4" name="Google Shape;284;p14"/>
          <p:cNvSpPr/>
          <p:nvPr/>
        </p:nvSpPr>
        <p:spPr>
          <a:xfrm>
            <a:off x="7912101" y="2146301"/>
            <a:ext cx="4381500" cy="4762500"/>
          </a:xfrm>
          <a:custGeom>
            <a:avLst/>
            <a:gdLst/>
            <a:ahLst/>
            <a:cxnLst/>
            <a:rect l="l" t="t" r="r" b="b"/>
            <a:pathLst>
              <a:path w="131445" h="142875" extrusionOk="0">
                <a:moveTo>
                  <a:pt x="131445" y="0"/>
                </a:moveTo>
                <a:cubicBezTo>
                  <a:pt x="118030" y="1677"/>
                  <a:pt x="102981" y="6710"/>
                  <a:pt x="94869" y="17526"/>
                </a:cubicBezTo>
                <a:cubicBezTo>
                  <a:pt x="88241" y="26363"/>
                  <a:pt x="88211" y="38591"/>
                  <a:pt x="84963" y="49149"/>
                </a:cubicBezTo>
                <a:cubicBezTo>
                  <a:pt x="81897" y="59114"/>
                  <a:pt x="75098" y="67985"/>
                  <a:pt x="67437" y="75057"/>
                </a:cubicBezTo>
                <a:cubicBezTo>
                  <a:pt x="56000" y="85615"/>
                  <a:pt x="36954" y="83568"/>
                  <a:pt x="24003" y="92202"/>
                </a:cubicBezTo>
                <a:cubicBezTo>
                  <a:pt x="15855" y="97634"/>
                  <a:pt x="11830" y="107745"/>
                  <a:pt x="7620" y="116586"/>
                </a:cubicBezTo>
                <a:cubicBezTo>
                  <a:pt x="3697" y="124823"/>
                  <a:pt x="0" y="133751"/>
                  <a:pt x="0" y="142875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sp>
        <p:nvSpPr>
          <p:cNvPr id="285" name="Google Shape;285;p14"/>
          <p:cNvSpPr/>
          <p:nvPr/>
        </p:nvSpPr>
        <p:spPr>
          <a:xfrm>
            <a:off x="1488800" y="1015300"/>
            <a:ext cx="9214400" cy="498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6" name="Google Shape;286;p14"/>
          <p:cNvSpPr txBox="1">
            <a:spLocks noGrp="1"/>
          </p:cNvSpPr>
          <p:nvPr>
            <p:ph type="title"/>
          </p:nvPr>
        </p:nvSpPr>
        <p:spPr>
          <a:xfrm>
            <a:off x="3270412" y="4285100"/>
            <a:ext cx="5651200" cy="6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4"/>
          <p:cNvSpPr txBox="1">
            <a:spLocks noGrp="1"/>
          </p:cNvSpPr>
          <p:nvPr>
            <p:ph type="subTitle" idx="1"/>
          </p:nvPr>
        </p:nvSpPr>
        <p:spPr>
          <a:xfrm>
            <a:off x="3270384" y="2068700"/>
            <a:ext cx="5651200" cy="22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461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7"/>
          <p:cNvSpPr txBox="1">
            <a:spLocks noGrp="1"/>
          </p:cNvSpPr>
          <p:nvPr>
            <p:ph type="title" hasCustomPrompt="1"/>
          </p:nvPr>
        </p:nvSpPr>
        <p:spPr>
          <a:xfrm>
            <a:off x="2762967" y="917787"/>
            <a:ext cx="2832400" cy="10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5" name="Google Shape;645;p27"/>
          <p:cNvSpPr txBox="1">
            <a:spLocks noGrp="1"/>
          </p:cNvSpPr>
          <p:nvPr>
            <p:ph type="subTitle" idx="1"/>
          </p:nvPr>
        </p:nvSpPr>
        <p:spPr>
          <a:xfrm>
            <a:off x="2762967" y="1799716"/>
            <a:ext cx="2832400" cy="13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46" name="Google Shape;646;p27"/>
          <p:cNvSpPr txBox="1">
            <a:spLocks noGrp="1"/>
          </p:cNvSpPr>
          <p:nvPr>
            <p:ph type="title" idx="2" hasCustomPrompt="1"/>
          </p:nvPr>
        </p:nvSpPr>
        <p:spPr>
          <a:xfrm>
            <a:off x="4679851" y="3623487"/>
            <a:ext cx="2832400" cy="10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7" name="Google Shape;647;p27"/>
          <p:cNvSpPr txBox="1">
            <a:spLocks noGrp="1"/>
          </p:cNvSpPr>
          <p:nvPr>
            <p:ph type="subTitle" idx="3"/>
          </p:nvPr>
        </p:nvSpPr>
        <p:spPr>
          <a:xfrm>
            <a:off x="4679851" y="4513688"/>
            <a:ext cx="2832400" cy="13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48" name="Google Shape;648;p27"/>
          <p:cNvSpPr txBox="1">
            <a:spLocks noGrp="1"/>
          </p:cNvSpPr>
          <p:nvPr>
            <p:ph type="title" idx="4" hasCustomPrompt="1"/>
          </p:nvPr>
        </p:nvSpPr>
        <p:spPr>
          <a:xfrm>
            <a:off x="6596517" y="917787"/>
            <a:ext cx="2832400" cy="10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9" name="Google Shape;649;p27"/>
          <p:cNvSpPr txBox="1">
            <a:spLocks noGrp="1"/>
          </p:cNvSpPr>
          <p:nvPr>
            <p:ph type="subTitle" idx="5"/>
          </p:nvPr>
        </p:nvSpPr>
        <p:spPr>
          <a:xfrm>
            <a:off x="6596517" y="1799720"/>
            <a:ext cx="2832400" cy="13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50" name="Google Shape;650;p27"/>
          <p:cNvSpPr/>
          <p:nvPr/>
        </p:nvSpPr>
        <p:spPr>
          <a:xfrm rot="-4141518" flipH="1">
            <a:off x="-1646941" y="1663347"/>
            <a:ext cx="5815359" cy="7055125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51" name="Google Shape;651;p27"/>
          <p:cNvGrpSpPr/>
          <p:nvPr/>
        </p:nvGrpSpPr>
        <p:grpSpPr>
          <a:xfrm>
            <a:off x="-133" y="-177"/>
            <a:ext cx="2723668" cy="2723735"/>
            <a:chOff x="2597050" y="3821625"/>
            <a:chExt cx="1016800" cy="1016825"/>
          </a:xfrm>
        </p:grpSpPr>
        <p:sp>
          <p:nvSpPr>
            <p:cNvPr id="652" name="Google Shape;652;p27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4" name="Google Shape;664;p27"/>
          <p:cNvSpPr/>
          <p:nvPr/>
        </p:nvSpPr>
        <p:spPr>
          <a:xfrm rot="10800000" flipH="1">
            <a:off x="-89313" y="4505467"/>
            <a:ext cx="3851524" cy="2433909"/>
          </a:xfrm>
          <a:custGeom>
            <a:avLst/>
            <a:gdLst/>
            <a:ahLst/>
            <a:cxnLst/>
            <a:rect l="l" t="t" r="r" b="b"/>
            <a:pathLst>
              <a:path w="138827" h="74039" extrusionOk="0">
                <a:moveTo>
                  <a:pt x="138684" y="0"/>
                </a:moveTo>
                <a:cubicBezTo>
                  <a:pt x="138684" y="10680"/>
                  <a:pt x="139255" y="21531"/>
                  <a:pt x="137160" y="32004"/>
                </a:cubicBezTo>
                <a:cubicBezTo>
                  <a:pt x="135360" y="41002"/>
                  <a:pt x="127278" y="48900"/>
                  <a:pt x="118872" y="52578"/>
                </a:cubicBezTo>
                <a:cubicBezTo>
                  <a:pt x="109906" y="56501"/>
                  <a:pt x="99131" y="55640"/>
                  <a:pt x="89535" y="53721"/>
                </a:cubicBezTo>
                <a:cubicBezTo>
                  <a:pt x="83297" y="52473"/>
                  <a:pt x="75235" y="51029"/>
                  <a:pt x="72390" y="45339"/>
                </a:cubicBezTo>
                <a:cubicBezTo>
                  <a:pt x="70830" y="42220"/>
                  <a:pt x="70855" y="35625"/>
                  <a:pt x="74295" y="35052"/>
                </a:cubicBezTo>
                <a:cubicBezTo>
                  <a:pt x="80063" y="34091"/>
                  <a:pt x="85619" y="43857"/>
                  <a:pt x="84201" y="49530"/>
                </a:cubicBezTo>
                <a:cubicBezTo>
                  <a:pt x="82305" y="57114"/>
                  <a:pt x="74704" y="62339"/>
                  <a:pt x="68199" y="66675"/>
                </a:cubicBezTo>
                <a:cubicBezTo>
                  <a:pt x="57793" y="73613"/>
                  <a:pt x="43652" y="71601"/>
                  <a:pt x="31242" y="73152"/>
                </a:cubicBezTo>
                <a:cubicBezTo>
                  <a:pt x="20859" y="74450"/>
                  <a:pt x="9359" y="74783"/>
                  <a:pt x="0" y="70104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sp>
        <p:nvSpPr>
          <p:cNvPr id="665" name="Google Shape;665;p27"/>
          <p:cNvSpPr/>
          <p:nvPr/>
        </p:nvSpPr>
        <p:spPr>
          <a:xfrm rot="3661519">
            <a:off x="8779050" y="3646060"/>
            <a:ext cx="1645852" cy="1675496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666" name="Google Shape;66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9300" y="3516235"/>
            <a:ext cx="4290840" cy="8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517" y="6198292"/>
            <a:ext cx="3459067" cy="1221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8" name="Google Shape;668;p27"/>
          <p:cNvGrpSpPr/>
          <p:nvPr/>
        </p:nvGrpSpPr>
        <p:grpSpPr>
          <a:xfrm>
            <a:off x="9734186" y="4400127"/>
            <a:ext cx="2457809" cy="2457869"/>
            <a:chOff x="2597050" y="3821625"/>
            <a:chExt cx="1016800" cy="1016825"/>
          </a:xfrm>
        </p:grpSpPr>
        <p:sp>
          <p:nvSpPr>
            <p:cNvPr id="669" name="Google Shape;669;p27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319117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8"/>
          <p:cNvSpPr txBox="1">
            <a:spLocks noGrp="1"/>
          </p:cNvSpPr>
          <p:nvPr>
            <p:ph type="title"/>
          </p:nvPr>
        </p:nvSpPr>
        <p:spPr>
          <a:xfrm>
            <a:off x="3590000" y="868651"/>
            <a:ext cx="5012000" cy="12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6667"/>
            </a:lvl9pPr>
          </a:lstStyle>
          <a:p>
            <a:endParaRPr/>
          </a:p>
        </p:txBody>
      </p:sp>
      <p:sp>
        <p:nvSpPr>
          <p:cNvPr id="683" name="Google Shape;683;p28"/>
          <p:cNvSpPr txBox="1">
            <a:spLocks noGrp="1"/>
          </p:cNvSpPr>
          <p:nvPr>
            <p:ph type="title" idx="2"/>
          </p:nvPr>
        </p:nvSpPr>
        <p:spPr>
          <a:xfrm>
            <a:off x="3590800" y="1940084"/>
            <a:ext cx="50104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684" name="Google Shape;684;p28"/>
          <p:cNvSpPr txBox="1"/>
          <p:nvPr/>
        </p:nvSpPr>
        <p:spPr>
          <a:xfrm>
            <a:off x="2813000" y="4959567"/>
            <a:ext cx="6566000" cy="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28"/>
          <p:cNvSpPr/>
          <p:nvPr/>
        </p:nvSpPr>
        <p:spPr>
          <a:xfrm rot="6101033">
            <a:off x="-1906859" y="3024771"/>
            <a:ext cx="4189321" cy="5272132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86" name="Google Shape;686;p28"/>
          <p:cNvGrpSpPr/>
          <p:nvPr/>
        </p:nvGrpSpPr>
        <p:grpSpPr>
          <a:xfrm rot="5400000">
            <a:off x="1255671" y="-1255662"/>
            <a:ext cx="3012508" cy="5523857"/>
            <a:chOff x="580425" y="3110825"/>
            <a:chExt cx="1220100" cy="2237225"/>
          </a:xfrm>
        </p:grpSpPr>
        <p:sp>
          <p:nvSpPr>
            <p:cNvPr id="687" name="Google Shape;687;p28"/>
            <p:cNvSpPr/>
            <p:nvPr/>
          </p:nvSpPr>
          <p:spPr>
            <a:xfrm>
              <a:off x="5804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7837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9873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1190625" y="3111425"/>
              <a:ext cx="0" cy="2236025"/>
            </a:xfrm>
            <a:custGeom>
              <a:avLst/>
              <a:gdLst/>
              <a:ahLst/>
              <a:cxnLst/>
              <a:rect l="l" t="t" r="r" b="b"/>
              <a:pathLst>
                <a:path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13939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15972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18005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581025" y="3110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581025" y="3314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581025" y="3517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581025" y="3721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581025" y="39243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581025" y="41276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581025" y="43309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581025" y="45345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581025" y="4737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581025" y="4941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581025" y="5144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581025" y="5348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06" name="Google Shape;706;p28"/>
          <p:cNvSpPr/>
          <p:nvPr/>
        </p:nvSpPr>
        <p:spPr>
          <a:xfrm rot="10800000">
            <a:off x="-780990" y="4484064"/>
            <a:ext cx="4151559" cy="2477909"/>
          </a:xfrm>
          <a:custGeom>
            <a:avLst/>
            <a:gdLst/>
            <a:ahLst/>
            <a:cxnLst/>
            <a:rect l="l" t="t" r="r" b="b"/>
            <a:pathLst>
              <a:path w="157734" h="72390" extrusionOk="0">
                <a:moveTo>
                  <a:pt x="0" y="0"/>
                </a:moveTo>
                <a:cubicBezTo>
                  <a:pt x="0" y="10377"/>
                  <a:pt x="3038" y="22853"/>
                  <a:pt x="11430" y="28956"/>
                </a:cubicBezTo>
                <a:cubicBezTo>
                  <a:pt x="16438" y="32598"/>
                  <a:pt x="22232" y="35288"/>
                  <a:pt x="28194" y="36957"/>
                </a:cubicBezTo>
                <a:cubicBezTo>
                  <a:pt x="44261" y="41456"/>
                  <a:pt x="61744" y="37495"/>
                  <a:pt x="78105" y="40767"/>
                </a:cubicBezTo>
                <a:cubicBezTo>
                  <a:pt x="88468" y="42840"/>
                  <a:pt x="99368" y="45475"/>
                  <a:pt x="107823" y="51816"/>
                </a:cubicBezTo>
                <a:cubicBezTo>
                  <a:pt x="114757" y="57017"/>
                  <a:pt x="119916" y="65113"/>
                  <a:pt x="128016" y="68199"/>
                </a:cubicBezTo>
                <a:cubicBezTo>
                  <a:pt x="137365" y="71760"/>
                  <a:pt x="147730" y="72390"/>
                  <a:pt x="157734" y="7239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grpSp>
        <p:nvGrpSpPr>
          <p:cNvPr id="707" name="Google Shape;707;p28"/>
          <p:cNvGrpSpPr/>
          <p:nvPr/>
        </p:nvGrpSpPr>
        <p:grpSpPr>
          <a:xfrm>
            <a:off x="9106153" y="1886094"/>
            <a:ext cx="2457809" cy="2457869"/>
            <a:chOff x="2597050" y="3821625"/>
            <a:chExt cx="1016800" cy="1016825"/>
          </a:xfrm>
        </p:grpSpPr>
        <p:sp>
          <p:nvSpPr>
            <p:cNvPr id="708" name="Google Shape;708;p28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87219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9"/>
          <p:cNvSpPr/>
          <p:nvPr/>
        </p:nvSpPr>
        <p:spPr>
          <a:xfrm rot="4264625" flipH="1">
            <a:off x="-183365" y="-580093"/>
            <a:ext cx="6697501" cy="8125143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7" name="Google Shape;417;p19"/>
          <p:cNvSpPr txBox="1">
            <a:spLocks noGrp="1"/>
          </p:cNvSpPr>
          <p:nvPr>
            <p:ph type="subTitle" idx="1"/>
          </p:nvPr>
        </p:nvSpPr>
        <p:spPr>
          <a:xfrm>
            <a:off x="6787433" y="3223851"/>
            <a:ext cx="35912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19"/>
          <p:cNvSpPr txBox="1">
            <a:spLocks noGrp="1"/>
          </p:cNvSpPr>
          <p:nvPr>
            <p:ph type="title"/>
          </p:nvPr>
        </p:nvSpPr>
        <p:spPr>
          <a:xfrm>
            <a:off x="6787433" y="2238651"/>
            <a:ext cx="3591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419" name="Google Shape;419;p19"/>
          <p:cNvGrpSpPr/>
          <p:nvPr/>
        </p:nvGrpSpPr>
        <p:grpSpPr>
          <a:xfrm>
            <a:off x="9772824" y="4522738"/>
            <a:ext cx="2457809" cy="2457869"/>
            <a:chOff x="2597050" y="3821625"/>
            <a:chExt cx="1016800" cy="1016825"/>
          </a:xfrm>
        </p:grpSpPr>
        <p:sp>
          <p:nvSpPr>
            <p:cNvPr id="420" name="Google Shape;420;p19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32" name="Google Shape;432;p19"/>
          <p:cNvSpPr>
            <a:spLocks noGrp="1"/>
          </p:cNvSpPr>
          <p:nvPr>
            <p:ph type="pic" idx="2"/>
          </p:nvPr>
        </p:nvSpPr>
        <p:spPr>
          <a:xfrm>
            <a:off x="1275371" y="906500"/>
            <a:ext cx="3730800" cy="512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049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4E5CA60-E20B-1A1D-FAB6-51E72D6F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A6123EB-578D-ADBD-A20E-F7350BA9A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E695B6B-0EA8-DCD6-3952-C7E3CCCD5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5D97B-A856-4EFA-9FAD-A7BBFC1EEA7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BA9011B-08CB-F8B5-956A-F29223A23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0C730B4-D7B1-FA0F-E6E6-CFA31E9CF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539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9" r:id="rId18"/>
    <p:sldLayoutId id="2147483670" r:id="rId19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5"/>
          <p:cNvSpPr/>
          <p:nvPr/>
        </p:nvSpPr>
        <p:spPr>
          <a:xfrm rot="3661593">
            <a:off x="2644751" y="-1188199"/>
            <a:ext cx="6902500" cy="8374033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grpSp>
        <p:nvGrpSpPr>
          <p:cNvPr id="774" name="Google Shape;774;p35"/>
          <p:cNvGrpSpPr/>
          <p:nvPr/>
        </p:nvGrpSpPr>
        <p:grpSpPr>
          <a:xfrm rot="5400000">
            <a:off x="8000805" y="4723634"/>
            <a:ext cx="3012508" cy="5523857"/>
            <a:chOff x="580425" y="3110825"/>
            <a:chExt cx="1220100" cy="2237225"/>
          </a:xfrm>
        </p:grpSpPr>
        <p:sp>
          <p:nvSpPr>
            <p:cNvPr id="775" name="Google Shape;775;p35"/>
            <p:cNvSpPr/>
            <p:nvPr/>
          </p:nvSpPr>
          <p:spPr>
            <a:xfrm>
              <a:off x="5804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76" name="Google Shape;776;p35"/>
            <p:cNvSpPr/>
            <p:nvPr/>
          </p:nvSpPr>
          <p:spPr>
            <a:xfrm>
              <a:off x="7837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77" name="Google Shape;777;p35"/>
            <p:cNvSpPr/>
            <p:nvPr/>
          </p:nvSpPr>
          <p:spPr>
            <a:xfrm>
              <a:off x="9873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78" name="Google Shape;778;p35"/>
            <p:cNvSpPr/>
            <p:nvPr/>
          </p:nvSpPr>
          <p:spPr>
            <a:xfrm>
              <a:off x="1190625" y="3111425"/>
              <a:ext cx="0" cy="2236025"/>
            </a:xfrm>
            <a:custGeom>
              <a:avLst/>
              <a:gdLst/>
              <a:ahLst/>
              <a:cxnLst/>
              <a:rect l="l" t="t" r="r" b="b"/>
              <a:pathLst>
                <a:path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79" name="Google Shape;779;p35"/>
            <p:cNvSpPr/>
            <p:nvPr/>
          </p:nvSpPr>
          <p:spPr>
            <a:xfrm>
              <a:off x="13939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0" name="Google Shape;780;p35"/>
            <p:cNvSpPr/>
            <p:nvPr/>
          </p:nvSpPr>
          <p:spPr>
            <a:xfrm>
              <a:off x="15972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1" name="Google Shape;781;p35"/>
            <p:cNvSpPr/>
            <p:nvPr/>
          </p:nvSpPr>
          <p:spPr>
            <a:xfrm>
              <a:off x="18005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2" name="Google Shape;782;p35"/>
            <p:cNvSpPr/>
            <p:nvPr/>
          </p:nvSpPr>
          <p:spPr>
            <a:xfrm>
              <a:off x="581025" y="3110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3" name="Google Shape;783;p35"/>
            <p:cNvSpPr/>
            <p:nvPr/>
          </p:nvSpPr>
          <p:spPr>
            <a:xfrm>
              <a:off x="581025" y="3314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581025" y="3517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581025" y="3721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581025" y="39243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7" name="Google Shape;787;p35"/>
            <p:cNvSpPr/>
            <p:nvPr/>
          </p:nvSpPr>
          <p:spPr>
            <a:xfrm>
              <a:off x="581025" y="41276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581025" y="43309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581025" y="45345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581025" y="4737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581025" y="4941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92" name="Google Shape;792;p35"/>
            <p:cNvSpPr/>
            <p:nvPr/>
          </p:nvSpPr>
          <p:spPr>
            <a:xfrm>
              <a:off x="581025" y="5144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581025" y="5348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</p:grpSp>
      <p:sp>
        <p:nvSpPr>
          <p:cNvPr id="794" name="Google Shape;794;p35"/>
          <p:cNvSpPr txBox="1">
            <a:spLocks noGrp="1"/>
          </p:cNvSpPr>
          <p:nvPr>
            <p:ph type="ctrTitle"/>
          </p:nvPr>
        </p:nvSpPr>
        <p:spPr>
          <a:xfrm>
            <a:off x="3138960" y="1071015"/>
            <a:ext cx="5933600" cy="32016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b" anchorCtr="0">
            <a:noAutofit/>
          </a:bodyPr>
          <a:lstStyle/>
          <a:p>
            <a:pPr rtl="0"/>
            <a:r>
              <a:rPr lang="en" sz="8800" b="1" dirty="0"/>
              <a:t>Real </a:t>
            </a:r>
            <a:br>
              <a:rPr lang="he-IL" sz="8800" b="1" dirty="0"/>
            </a:br>
            <a:r>
              <a:rPr lang="en" sz="8800" b="1" dirty="0"/>
              <a:t>OR </a:t>
            </a:r>
            <a:br>
              <a:rPr lang="he-IL" sz="8800" b="1" dirty="0"/>
            </a:br>
            <a:r>
              <a:rPr lang="en" sz="8800" b="1" dirty="0"/>
              <a:t>Fake</a:t>
            </a:r>
            <a:endParaRPr sz="8800" b="1" dirty="0"/>
          </a:p>
        </p:txBody>
      </p:sp>
      <p:sp>
        <p:nvSpPr>
          <p:cNvPr id="796" name="Google Shape;796;p35"/>
          <p:cNvSpPr/>
          <p:nvPr/>
        </p:nvSpPr>
        <p:spPr>
          <a:xfrm>
            <a:off x="5474485" y="4377745"/>
            <a:ext cx="1120513" cy="38100"/>
          </a:xfrm>
          <a:custGeom>
            <a:avLst/>
            <a:gdLst/>
            <a:ahLst/>
            <a:cxnLst/>
            <a:rect l="l" t="t" r="r" b="b"/>
            <a:pathLst>
              <a:path w="56007" h="1143" extrusionOk="0">
                <a:moveTo>
                  <a:pt x="0" y="1143"/>
                </a:moveTo>
                <a:cubicBezTo>
                  <a:pt x="18673" y="1143"/>
                  <a:pt x="37334" y="0"/>
                  <a:pt x="56007" y="0"/>
                </a:cubicBezTo>
              </a:path>
            </a:pathLst>
          </a:custGeom>
          <a:noFill/>
          <a:ln w="3810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pic>
        <p:nvPicPr>
          <p:cNvPr id="797" name="Google Shape;797;p35"/>
          <p:cNvPicPr preferRelativeResize="0"/>
          <p:nvPr/>
        </p:nvPicPr>
        <p:blipFill rotWithShape="1">
          <a:blip r:embed="rId3">
            <a:alphaModFix/>
          </a:blip>
          <a:srcRect l="45124"/>
          <a:stretch/>
        </p:blipFill>
        <p:spPr>
          <a:xfrm rot="-785178">
            <a:off x="-122655" y="2240668"/>
            <a:ext cx="3780715" cy="985189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35"/>
          <p:cNvSpPr/>
          <p:nvPr/>
        </p:nvSpPr>
        <p:spPr>
          <a:xfrm rot="-765531">
            <a:off x="-636922" y="3128383"/>
            <a:ext cx="3358647" cy="3198541"/>
          </a:xfrm>
          <a:custGeom>
            <a:avLst/>
            <a:gdLst/>
            <a:ahLst/>
            <a:cxnLst/>
            <a:rect l="l" t="t" r="r" b="b"/>
            <a:pathLst>
              <a:path w="73855" h="95870" extrusionOk="0">
                <a:moveTo>
                  <a:pt x="70842" y="1691"/>
                </a:moveTo>
                <a:lnTo>
                  <a:pt x="70842" y="94167"/>
                </a:lnTo>
                <a:lnTo>
                  <a:pt x="2977" y="94167"/>
                </a:lnTo>
                <a:lnTo>
                  <a:pt x="2977" y="1691"/>
                </a:lnTo>
                <a:close/>
                <a:moveTo>
                  <a:pt x="0" y="0"/>
                </a:moveTo>
                <a:lnTo>
                  <a:pt x="0" y="215"/>
                </a:lnTo>
                <a:lnTo>
                  <a:pt x="0" y="1703"/>
                </a:lnTo>
                <a:lnTo>
                  <a:pt x="0" y="94167"/>
                </a:lnTo>
                <a:lnTo>
                  <a:pt x="0" y="95655"/>
                </a:lnTo>
                <a:lnTo>
                  <a:pt x="0" y="95869"/>
                </a:lnTo>
                <a:lnTo>
                  <a:pt x="73855" y="95869"/>
                </a:lnTo>
                <a:lnTo>
                  <a:pt x="73855" y="94167"/>
                </a:lnTo>
                <a:lnTo>
                  <a:pt x="73807" y="94167"/>
                </a:lnTo>
                <a:lnTo>
                  <a:pt x="73807" y="1703"/>
                </a:lnTo>
                <a:lnTo>
                  <a:pt x="73807" y="215"/>
                </a:lnTo>
                <a:lnTo>
                  <a:pt x="7380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grpSp>
        <p:nvGrpSpPr>
          <p:cNvPr id="800" name="Google Shape;800;p35"/>
          <p:cNvGrpSpPr/>
          <p:nvPr/>
        </p:nvGrpSpPr>
        <p:grpSpPr>
          <a:xfrm rot="-765594">
            <a:off x="-678609" y="6342632"/>
            <a:ext cx="68805" cy="765688"/>
            <a:chOff x="2462200" y="7517025"/>
            <a:chExt cx="37825" cy="420925"/>
          </a:xfrm>
        </p:grpSpPr>
        <p:sp>
          <p:nvSpPr>
            <p:cNvPr id="801" name="Google Shape;801;p35"/>
            <p:cNvSpPr/>
            <p:nvPr/>
          </p:nvSpPr>
          <p:spPr>
            <a:xfrm>
              <a:off x="2462200" y="7912900"/>
              <a:ext cx="36925" cy="25050"/>
            </a:xfrm>
            <a:custGeom>
              <a:avLst/>
              <a:gdLst/>
              <a:ahLst/>
              <a:cxnLst/>
              <a:rect l="l" t="t" r="r" b="b"/>
              <a:pathLst>
                <a:path w="1477" h="1002" extrusionOk="0">
                  <a:moveTo>
                    <a:pt x="1310" y="1"/>
                  </a:moveTo>
                  <a:lnTo>
                    <a:pt x="1310" y="775"/>
                  </a:lnTo>
                  <a:cubicBezTo>
                    <a:pt x="1274" y="763"/>
                    <a:pt x="1251" y="751"/>
                    <a:pt x="1215" y="715"/>
                  </a:cubicBezTo>
                  <a:cubicBezTo>
                    <a:pt x="1179" y="692"/>
                    <a:pt x="1144" y="644"/>
                    <a:pt x="1108" y="608"/>
                  </a:cubicBezTo>
                  <a:cubicBezTo>
                    <a:pt x="1072" y="561"/>
                    <a:pt x="1048" y="513"/>
                    <a:pt x="1013" y="465"/>
                  </a:cubicBezTo>
                  <a:cubicBezTo>
                    <a:pt x="965" y="406"/>
                    <a:pt x="929" y="346"/>
                    <a:pt x="882" y="287"/>
                  </a:cubicBezTo>
                  <a:cubicBezTo>
                    <a:pt x="834" y="239"/>
                    <a:pt x="798" y="180"/>
                    <a:pt x="751" y="144"/>
                  </a:cubicBezTo>
                  <a:cubicBezTo>
                    <a:pt x="703" y="96"/>
                    <a:pt x="643" y="72"/>
                    <a:pt x="596" y="49"/>
                  </a:cubicBezTo>
                  <a:cubicBezTo>
                    <a:pt x="536" y="25"/>
                    <a:pt x="477" y="13"/>
                    <a:pt x="405" y="13"/>
                  </a:cubicBezTo>
                  <a:cubicBezTo>
                    <a:pt x="358" y="13"/>
                    <a:pt x="310" y="25"/>
                    <a:pt x="251" y="37"/>
                  </a:cubicBezTo>
                  <a:cubicBezTo>
                    <a:pt x="203" y="60"/>
                    <a:pt x="167" y="84"/>
                    <a:pt x="120" y="120"/>
                  </a:cubicBezTo>
                  <a:cubicBezTo>
                    <a:pt x="84" y="156"/>
                    <a:pt x="60" y="203"/>
                    <a:pt x="36" y="263"/>
                  </a:cubicBezTo>
                  <a:cubicBezTo>
                    <a:pt x="12" y="322"/>
                    <a:pt x="1" y="394"/>
                    <a:pt x="1" y="477"/>
                  </a:cubicBezTo>
                  <a:cubicBezTo>
                    <a:pt x="1" y="572"/>
                    <a:pt x="12" y="656"/>
                    <a:pt x="48" y="727"/>
                  </a:cubicBezTo>
                  <a:cubicBezTo>
                    <a:pt x="72" y="811"/>
                    <a:pt x="120" y="870"/>
                    <a:pt x="191" y="918"/>
                  </a:cubicBezTo>
                  <a:cubicBezTo>
                    <a:pt x="251" y="965"/>
                    <a:pt x="334" y="989"/>
                    <a:pt x="441" y="989"/>
                  </a:cubicBezTo>
                  <a:lnTo>
                    <a:pt x="489" y="989"/>
                  </a:lnTo>
                  <a:cubicBezTo>
                    <a:pt x="512" y="977"/>
                    <a:pt x="524" y="977"/>
                    <a:pt x="524" y="977"/>
                  </a:cubicBezTo>
                  <a:lnTo>
                    <a:pt x="524" y="799"/>
                  </a:lnTo>
                  <a:lnTo>
                    <a:pt x="441" y="799"/>
                  </a:lnTo>
                  <a:cubicBezTo>
                    <a:pt x="393" y="799"/>
                    <a:pt x="346" y="787"/>
                    <a:pt x="298" y="763"/>
                  </a:cubicBezTo>
                  <a:cubicBezTo>
                    <a:pt x="262" y="739"/>
                    <a:pt x="227" y="703"/>
                    <a:pt x="203" y="668"/>
                  </a:cubicBezTo>
                  <a:cubicBezTo>
                    <a:pt x="179" y="620"/>
                    <a:pt x="155" y="561"/>
                    <a:pt x="155" y="489"/>
                  </a:cubicBezTo>
                  <a:cubicBezTo>
                    <a:pt x="155" y="418"/>
                    <a:pt x="167" y="370"/>
                    <a:pt x="191" y="322"/>
                  </a:cubicBezTo>
                  <a:cubicBezTo>
                    <a:pt x="215" y="287"/>
                    <a:pt x="239" y="263"/>
                    <a:pt x="274" y="239"/>
                  </a:cubicBezTo>
                  <a:cubicBezTo>
                    <a:pt x="310" y="215"/>
                    <a:pt x="358" y="203"/>
                    <a:pt x="393" y="203"/>
                  </a:cubicBezTo>
                  <a:cubicBezTo>
                    <a:pt x="465" y="203"/>
                    <a:pt x="524" y="227"/>
                    <a:pt x="584" y="263"/>
                  </a:cubicBezTo>
                  <a:cubicBezTo>
                    <a:pt x="643" y="299"/>
                    <a:pt x="691" y="346"/>
                    <a:pt x="739" y="394"/>
                  </a:cubicBezTo>
                  <a:cubicBezTo>
                    <a:pt x="786" y="453"/>
                    <a:pt x="834" y="525"/>
                    <a:pt x="882" y="596"/>
                  </a:cubicBezTo>
                  <a:cubicBezTo>
                    <a:pt x="929" y="644"/>
                    <a:pt x="965" y="692"/>
                    <a:pt x="1001" y="739"/>
                  </a:cubicBezTo>
                  <a:cubicBezTo>
                    <a:pt x="1036" y="787"/>
                    <a:pt x="1084" y="834"/>
                    <a:pt x="1120" y="870"/>
                  </a:cubicBezTo>
                  <a:cubicBezTo>
                    <a:pt x="1167" y="918"/>
                    <a:pt x="1203" y="942"/>
                    <a:pt x="1263" y="965"/>
                  </a:cubicBezTo>
                  <a:cubicBezTo>
                    <a:pt x="1310" y="989"/>
                    <a:pt x="1358" y="1001"/>
                    <a:pt x="1417" y="1001"/>
                  </a:cubicBezTo>
                  <a:lnTo>
                    <a:pt x="1477" y="1001"/>
                  </a:lnTo>
                  <a:lnTo>
                    <a:pt x="14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2" name="Google Shape;802;p35"/>
            <p:cNvSpPr/>
            <p:nvPr/>
          </p:nvSpPr>
          <p:spPr>
            <a:xfrm>
              <a:off x="2462200" y="7882550"/>
              <a:ext cx="37825" cy="25325"/>
            </a:xfrm>
            <a:custGeom>
              <a:avLst/>
              <a:gdLst/>
              <a:ahLst/>
              <a:cxnLst/>
              <a:rect l="l" t="t" r="r" b="b"/>
              <a:pathLst>
                <a:path w="1513" h="1013" extrusionOk="0">
                  <a:moveTo>
                    <a:pt x="810" y="191"/>
                  </a:moveTo>
                  <a:cubicBezTo>
                    <a:pt x="929" y="191"/>
                    <a:pt x="1024" y="203"/>
                    <a:pt x="1108" y="227"/>
                  </a:cubicBezTo>
                  <a:cubicBezTo>
                    <a:pt x="1191" y="239"/>
                    <a:pt x="1251" y="274"/>
                    <a:pt x="1286" y="310"/>
                  </a:cubicBezTo>
                  <a:cubicBezTo>
                    <a:pt x="1334" y="358"/>
                    <a:pt x="1358" y="417"/>
                    <a:pt x="1358" y="501"/>
                  </a:cubicBezTo>
                  <a:cubicBezTo>
                    <a:pt x="1358" y="584"/>
                    <a:pt x="1334" y="643"/>
                    <a:pt x="1298" y="691"/>
                  </a:cubicBezTo>
                  <a:cubicBezTo>
                    <a:pt x="1251" y="739"/>
                    <a:pt x="1191" y="763"/>
                    <a:pt x="1108" y="786"/>
                  </a:cubicBezTo>
                  <a:cubicBezTo>
                    <a:pt x="1024" y="798"/>
                    <a:pt x="929" y="810"/>
                    <a:pt x="810" y="810"/>
                  </a:cubicBezTo>
                  <a:lnTo>
                    <a:pt x="715" y="810"/>
                  </a:lnTo>
                  <a:cubicBezTo>
                    <a:pt x="584" y="810"/>
                    <a:pt x="489" y="798"/>
                    <a:pt x="405" y="786"/>
                  </a:cubicBezTo>
                  <a:cubicBezTo>
                    <a:pt x="322" y="774"/>
                    <a:pt x="262" y="739"/>
                    <a:pt x="227" y="691"/>
                  </a:cubicBezTo>
                  <a:cubicBezTo>
                    <a:pt x="179" y="643"/>
                    <a:pt x="167" y="584"/>
                    <a:pt x="167" y="501"/>
                  </a:cubicBezTo>
                  <a:cubicBezTo>
                    <a:pt x="167" y="417"/>
                    <a:pt x="179" y="358"/>
                    <a:pt x="227" y="310"/>
                  </a:cubicBezTo>
                  <a:cubicBezTo>
                    <a:pt x="262" y="274"/>
                    <a:pt x="322" y="239"/>
                    <a:pt x="405" y="227"/>
                  </a:cubicBezTo>
                  <a:cubicBezTo>
                    <a:pt x="489" y="203"/>
                    <a:pt x="584" y="191"/>
                    <a:pt x="715" y="191"/>
                  </a:cubicBezTo>
                  <a:close/>
                  <a:moveTo>
                    <a:pt x="763" y="1"/>
                  </a:moveTo>
                  <a:cubicBezTo>
                    <a:pt x="608" y="1"/>
                    <a:pt x="489" y="12"/>
                    <a:pt x="393" y="36"/>
                  </a:cubicBezTo>
                  <a:cubicBezTo>
                    <a:pt x="298" y="60"/>
                    <a:pt x="215" y="96"/>
                    <a:pt x="155" y="131"/>
                  </a:cubicBezTo>
                  <a:cubicBezTo>
                    <a:pt x="108" y="179"/>
                    <a:pt x="60" y="227"/>
                    <a:pt x="36" y="286"/>
                  </a:cubicBezTo>
                  <a:cubicBezTo>
                    <a:pt x="12" y="358"/>
                    <a:pt x="1" y="429"/>
                    <a:pt x="1" y="501"/>
                  </a:cubicBezTo>
                  <a:cubicBezTo>
                    <a:pt x="1" y="584"/>
                    <a:pt x="12" y="655"/>
                    <a:pt x="36" y="715"/>
                  </a:cubicBezTo>
                  <a:cubicBezTo>
                    <a:pt x="60" y="774"/>
                    <a:pt x="108" y="834"/>
                    <a:pt x="155" y="870"/>
                  </a:cubicBezTo>
                  <a:cubicBezTo>
                    <a:pt x="215" y="917"/>
                    <a:pt x="298" y="953"/>
                    <a:pt x="393" y="977"/>
                  </a:cubicBezTo>
                  <a:cubicBezTo>
                    <a:pt x="489" y="1001"/>
                    <a:pt x="608" y="1013"/>
                    <a:pt x="763" y="1013"/>
                  </a:cubicBezTo>
                  <a:cubicBezTo>
                    <a:pt x="905" y="1013"/>
                    <a:pt x="1024" y="1001"/>
                    <a:pt x="1120" y="977"/>
                  </a:cubicBezTo>
                  <a:cubicBezTo>
                    <a:pt x="1215" y="953"/>
                    <a:pt x="1298" y="917"/>
                    <a:pt x="1358" y="870"/>
                  </a:cubicBezTo>
                  <a:cubicBezTo>
                    <a:pt x="1405" y="834"/>
                    <a:pt x="1453" y="774"/>
                    <a:pt x="1477" y="715"/>
                  </a:cubicBezTo>
                  <a:cubicBezTo>
                    <a:pt x="1501" y="655"/>
                    <a:pt x="1513" y="584"/>
                    <a:pt x="1513" y="501"/>
                  </a:cubicBezTo>
                  <a:cubicBezTo>
                    <a:pt x="1513" y="417"/>
                    <a:pt x="1501" y="346"/>
                    <a:pt x="1477" y="286"/>
                  </a:cubicBezTo>
                  <a:cubicBezTo>
                    <a:pt x="1453" y="227"/>
                    <a:pt x="1405" y="179"/>
                    <a:pt x="1358" y="131"/>
                  </a:cubicBezTo>
                  <a:cubicBezTo>
                    <a:pt x="1298" y="96"/>
                    <a:pt x="1215" y="60"/>
                    <a:pt x="1120" y="36"/>
                  </a:cubicBezTo>
                  <a:cubicBezTo>
                    <a:pt x="1024" y="12"/>
                    <a:pt x="905" y="1"/>
                    <a:pt x="7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3" name="Google Shape;803;p35"/>
            <p:cNvSpPr/>
            <p:nvPr/>
          </p:nvSpPr>
          <p:spPr>
            <a:xfrm>
              <a:off x="2462200" y="7851900"/>
              <a:ext cx="36925" cy="25025"/>
            </a:xfrm>
            <a:custGeom>
              <a:avLst/>
              <a:gdLst/>
              <a:ahLst/>
              <a:cxnLst/>
              <a:rect l="l" t="t" r="r" b="b"/>
              <a:pathLst>
                <a:path w="1477" h="1001" extrusionOk="0">
                  <a:moveTo>
                    <a:pt x="1310" y="0"/>
                  </a:moveTo>
                  <a:lnTo>
                    <a:pt x="1310" y="774"/>
                  </a:lnTo>
                  <a:cubicBezTo>
                    <a:pt x="1274" y="774"/>
                    <a:pt x="1251" y="750"/>
                    <a:pt x="1215" y="715"/>
                  </a:cubicBezTo>
                  <a:cubicBezTo>
                    <a:pt x="1179" y="691"/>
                    <a:pt x="1144" y="655"/>
                    <a:pt x="1108" y="607"/>
                  </a:cubicBezTo>
                  <a:cubicBezTo>
                    <a:pt x="1072" y="560"/>
                    <a:pt x="1048" y="512"/>
                    <a:pt x="1013" y="476"/>
                  </a:cubicBezTo>
                  <a:cubicBezTo>
                    <a:pt x="965" y="405"/>
                    <a:pt x="929" y="345"/>
                    <a:pt x="882" y="286"/>
                  </a:cubicBezTo>
                  <a:cubicBezTo>
                    <a:pt x="834" y="238"/>
                    <a:pt x="798" y="191"/>
                    <a:pt x="751" y="143"/>
                  </a:cubicBezTo>
                  <a:cubicBezTo>
                    <a:pt x="703" y="107"/>
                    <a:pt x="643" y="72"/>
                    <a:pt x="596" y="48"/>
                  </a:cubicBezTo>
                  <a:cubicBezTo>
                    <a:pt x="536" y="24"/>
                    <a:pt x="477" y="12"/>
                    <a:pt x="405" y="12"/>
                  </a:cubicBezTo>
                  <a:cubicBezTo>
                    <a:pt x="358" y="12"/>
                    <a:pt x="310" y="24"/>
                    <a:pt x="251" y="36"/>
                  </a:cubicBezTo>
                  <a:cubicBezTo>
                    <a:pt x="203" y="60"/>
                    <a:pt x="167" y="84"/>
                    <a:pt x="120" y="119"/>
                  </a:cubicBezTo>
                  <a:cubicBezTo>
                    <a:pt x="84" y="167"/>
                    <a:pt x="60" y="214"/>
                    <a:pt x="36" y="274"/>
                  </a:cubicBezTo>
                  <a:cubicBezTo>
                    <a:pt x="12" y="322"/>
                    <a:pt x="1" y="393"/>
                    <a:pt x="1" y="476"/>
                  </a:cubicBezTo>
                  <a:cubicBezTo>
                    <a:pt x="1" y="572"/>
                    <a:pt x="12" y="655"/>
                    <a:pt x="48" y="726"/>
                  </a:cubicBezTo>
                  <a:cubicBezTo>
                    <a:pt x="72" y="810"/>
                    <a:pt x="120" y="869"/>
                    <a:pt x="191" y="917"/>
                  </a:cubicBezTo>
                  <a:cubicBezTo>
                    <a:pt x="251" y="965"/>
                    <a:pt x="334" y="988"/>
                    <a:pt x="441" y="988"/>
                  </a:cubicBezTo>
                  <a:lnTo>
                    <a:pt x="489" y="988"/>
                  </a:lnTo>
                  <a:cubicBezTo>
                    <a:pt x="512" y="988"/>
                    <a:pt x="524" y="976"/>
                    <a:pt x="524" y="976"/>
                  </a:cubicBezTo>
                  <a:lnTo>
                    <a:pt x="524" y="798"/>
                  </a:lnTo>
                  <a:lnTo>
                    <a:pt x="441" y="798"/>
                  </a:lnTo>
                  <a:cubicBezTo>
                    <a:pt x="393" y="798"/>
                    <a:pt x="346" y="786"/>
                    <a:pt x="298" y="762"/>
                  </a:cubicBezTo>
                  <a:cubicBezTo>
                    <a:pt x="262" y="750"/>
                    <a:pt x="227" y="715"/>
                    <a:pt x="203" y="667"/>
                  </a:cubicBezTo>
                  <a:cubicBezTo>
                    <a:pt x="179" y="619"/>
                    <a:pt x="155" y="560"/>
                    <a:pt x="155" y="488"/>
                  </a:cubicBezTo>
                  <a:cubicBezTo>
                    <a:pt x="155" y="429"/>
                    <a:pt x="167" y="369"/>
                    <a:pt x="191" y="334"/>
                  </a:cubicBezTo>
                  <a:cubicBezTo>
                    <a:pt x="215" y="286"/>
                    <a:pt x="239" y="262"/>
                    <a:pt x="274" y="238"/>
                  </a:cubicBezTo>
                  <a:cubicBezTo>
                    <a:pt x="310" y="214"/>
                    <a:pt x="358" y="203"/>
                    <a:pt x="393" y="203"/>
                  </a:cubicBezTo>
                  <a:cubicBezTo>
                    <a:pt x="465" y="203"/>
                    <a:pt x="524" y="226"/>
                    <a:pt x="584" y="262"/>
                  </a:cubicBezTo>
                  <a:cubicBezTo>
                    <a:pt x="643" y="298"/>
                    <a:pt x="691" y="345"/>
                    <a:pt x="739" y="405"/>
                  </a:cubicBezTo>
                  <a:cubicBezTo>
                    <a:pt x="786" y="465"/>
                    <a:pt x="834" y="524"/>
                    <a:pt x="882" y="595"/>
                  </a:cubicBezTo>
                  <a:cubicBezTo>
                    <a:pt x="929" y="643"/>
                    <a:pt x="965" y="691"/>
                    <a:pt x="1001" y="738"/>
                  </a:cubicBezTo>
                  <a:cubicBezTo>
                    <a:pt x="1036" y="798"/>
                    <a:pt x="1084" y="834"/>
                    <a:pt x="1120" y="881"/>
                  </a:cubicBezTo>
                  <a:cubicBezTo>
                    <a:pt x="1167" y="917"/>
                    <a:pt x="1203" y="941"/>
                    <a:pt x="1263" y="976"/>
                  </a:cubicBezTo>
                  <a:cubicBezTo>
                    <a:pt x="1310" y="988"/>
                    <a:pt x="1358" y="1000"/>
                    <a:pt x="1417" y="1000"/>
                  </a:cubicBezTo>
                  <a:lnTo>
                    <a:pt x="1477" y="1000"/>
                  </a:lnTo>
                  <a:lnTo>
                    <a:pt x="14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4" name="Google Shape;804;p35"/>
            <p:cNvSpPr/>
            <p:nvPr/>
          </p:nvSpPr>
          <p:spPr>
            <a:xfrm>
              <a:off x="2462200" y="7821825"/>
              <a:ext cx="36925" cy="25025"/>
            </a:xfrm>
            <a:custGeom>
              <a:avLst/>
              <a:gdLst/>
              <a:ahLst/>
              <a:cxnLst/>
              <a:rect l="l" t="t" r="r" b="b"/>
              <a:pathLst>
                <a:path w="1477" h="1001" extrusionOk="0">
                  <a:moveTo>
                    <a:pt x="405" y="1"/>
                  </a:moveTo>
                  <a:cubicBezTo>
                    <a:pt x="358" y="1"/>
                    <a:pt x="310" y="13"/>
                    <a:pt x="251" y="24"/>
                  </a:cubicBezTo>
                  <a:cubicBezTo>
                    <a:pt x="203" y="48"/>
                    <a:pt x="167" y="72"/>
                    <a:pt x="120" y="120"/>
                  </a:cubicBezTo>
                  <a:cubicBezTo>
                    <a:pt x="84" y="155"/>
                    <a:pt x="60" y="203"/>
                    <a:pt x="36" y="263"/>
                  </a:cubicBezTo>
                  <a:cubicBezTo>
                    <a:pt x="12" y="322"/>
                    <a:pt x="1" y="394"/>
                    <a:pt x="1" y="465"/>
                  </a:cubicBezTo>
                  <a:cubicBezTo>
                    <a:pt x="1" y="560"/>
                    <a:pt x="12" y="644"/>
                    <a:pt x="48" y="727"/>
                  </a:cubicBezTo>
                  <a:cubicBezTo>
                    <a:pt x="72" y="798"/>
                    <a:pt x="120" y="858"/>
                    <a:pt x="191" y="906"/>
                  </a:cubicBezTo>
                  <a:cubicBezTo>
                    <a:pt x="251" y="953"/>
                    <a:pt x="334" y="977"/>
                    <a:pt x="441" y="977"/>
                  </a:cubicBezTo>
                  <a:lnTo>
                    <a:pt x="524" y="977"/>
                  </a:lnTo>
                  <a:lnTo>
                    <a:pt x="524" y="786"/>
                  </a:lnTo>
                  <a:lnTo>
                    <a:pt x="441" y="786"/>
                  </a:lnTo>
                  <a:cubicBezTo>
                    <a:pt x="393" y="786"/>
                    <a:pt x="346" y="775"/>
                    <a:pt x="298" y="751"/>
                  </a:cubicBezTo>
                  <a:cubicBezTo>
                    <a:pt x="262" y="739"/>
                    <a:pt x="227" y="703"/>
                    <a:pt x="203" y="656"/>
                  </a:cubicBezTo>
                  <a:cubicBezTo>
                    <a:pt x="179" y="608"/>
                    <a:pt x="155" y="548"/>
                    <a:pt x="155" y="477"/>
                  </a:cubicBezTo>
                  <a:cubicBezTo>
                    <a:pt x="155" y="417"/>
                    <a:pt x="167" y="358"/>
                    <a:pt x="191" y="322"/>
                  </a:cubicBezTo>
                  <a:cubicBezTo>
                    <a:pt x="215" y="275"/>
                    <a:pt x="239" y="251"/>
                    <a:pt x="274" y="227"/>
                  </a:cubicBezTo>
                  <a:cubicBezTo>
                    <a:pt x="310" y="203"/>
                    <a:pt x="358" y="203"/>
                    <a:pt x="393" y="203"/>
                  </a:cubicBezTo>
                  <a:cubicBezTo>
                    <a:pt x="465" y="203"/>
                    <a:pt x="524" y="215"/>
                    <a:pt x="584" y="251"/>
                  </a:cubicBezTo>
                  <a:cubicBezTo>
                    <a:pt x="643" y="286"/>
                    <a:pt x="691" y="334"/>
                    <a:pt x="739" y="394"/>
                  </a:cubicBezTo>
                  <a:cubicBezTo>
                    <a:pt x="786" y="453"/>
                    <a:pt x="834" y="513"/>
                    <a:pt x="882" y="584"/>
                  </a:cubicBezTo>
                  <a:cubicBezTo>
                    <a:pt x="929" y="632"/>
                    <a:pt x="965" y="691"/>
                    <a:pt x="1001" y="739"/>
                  </a:cubicBezTo>
                  <a:cubicBezTo>
                    <a:pt x="1036" y="786"/>
                    <a:pt x="1084" y="834"/>
                    <a:pt x="1120" y="870"/>
                  </a:cubicBezTo>
                  <a:cubicBezTo>
                    <a:pt x="1167" y="906"/>
                    <a:pt x="1203" y="941"/>
                    <a:pt x="1263" y="965"/>
                  </a:cubicBezTo>
                  <a:cubicBezTo>
                    <a:pt x="1310" y="989"/>
                    <a:pt x="1358" y="1001"/>
                    <a:pt x="1417" y="1001"/>
                  </a:cubicBezTo>
                  <a:lnTo>
                    <a:pt x="1477" y="1001"/>
                  </a:lnTo>
                  <a:lnTo>
                    <a:pt x="1477" y="1"/>
                  </a:lnTo>
                  <a:lnTo>
                    <a:pt x="1310" y="1"/>
                  </a:lnTo>
                  <a:lnTo>
                    <a:pt x="1310" y="775"/>
                  </a:lnTo>
                  <a:cubicBezTo>
                    <a:pt x="1274" y="763"/>
                    <a:pt x="1251" y="739"/>
                    <a:pt x="1215" y="715"/>
                  </a:cubicBezTo>
                  <a:cubicBezTo>
                    <a:pt x="1179" y="679"/>
                    <a:pt x="1144" y="644"/>
                    <a:pt x="1108" y="596"/>
                  </a:cubicBezTo>
                  <a:cubicBezTo>
                    <a:pt x="1072" y="548"/>
                    <a:pt x="1048" y="513"/>
                    <a:pt x="1013" y="465"/>
                  </a:cubicBezTo>
                  <a:cubicBezTo>
                    <a:pt x="965" y="394"/>
                    <a:pt x="929" y="334"/>
                    <a:pt x="882" y="286"/>
                  </a:cubicBezTo>
                  <a:cubicBezTo>
                    <a:pt x="834" y="227"/>
                    <a:pt x="798" y="179"/>
                    <a:pt x="751" y="132"/>
                  </a:cubicBezTo>
                  <a:cubicBezTo>
                    <a:pt x="703" y="96"/>
                    <a:pt x="643" y="60"/>
                    <a:pt x="596" y="36"/>
                  </a:cubicBezTo>
                  <a:cubicBezTo>
                    <a:pt x="536" y="13"/>
                    <a:pt x="477" y="1"/>
                    <a:pt x="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2462800" y="7781650"/>
              <a:ext cx="36625" cy="22650"/>
            </a:xfrm>
            <a:custGeom>
              <a:avLst/>
              <a:gdLst/>
              <a:ahLst/>
              <a:cxnLst/>
              <a:rect l="l" t="t" r="r" b="b"/>
              <a:pathLst>
                <a:path w="1465" h="906" extrusionOk="0">
                  <a:moveTo>
                    <a:pt x="1298" y="0"/>
                  </a:moveTo>
                  <a:lnTo>
                    <a:pt x="1298" y="346"/>
                  </a:lnTo>
                  <a:lnTo>
                    <a:pt x="0" y="346"/>
                  </a:lnTo>
                  <a:lnTo>
                    <a:pt x="0" y="429"/>
                  </a:lnTo>
                  <a:cubicBezTo>
                    <a:pt x="36" y="477"/>
                    <a:pt x="72" y="524"/>
                    <a:pt x="96" y="572"/>
                  </a:cubicBezTo>
                  <a:cubicBezTo>
                    <a:pt x="119" y="631"/>
                    <a:pt x="143" y="679"/>
                    <a:pt x="155" y="739"/>
                  </a:cubicBezTo>
                  <a:cubicBezTo>
                    <a:pt x="167" y="798"/>
                    <a:pt x="167" y="846"/>
                    <a:pt x="179" y="905"/>
                  </a:cubicBezTo>
                  <a:lnTo>
                    <a:pt x="298" y="905"/>
                  </a:lnTo>
                  <a:lnTo>
                    <a:pt x="298" y="536"/>
                  </a:lnTo>
                  <a:lnTo>
                    <a:pt x="1298" y="536"/>
                  </a:lnTo>
                  <a:lnTo>
                    <a:pt x="1298" y="893"/>
                  </a:lnTo>
                  <a:lnTo>
                    <a:pt x="1465" y="893"/>
                  </a:lnTo>
                  <a:lnTo>
                    <a:pt x="14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2462200" y="7752175"/>
              <a:ext cx="36925" cy="25025"/>
            </a:xfrm>
            <a:custGeom>
              <a:avLst/>
              <a:gdLst/>
              <a:ahLst/>
              <a:cxnLst/>
              <a:rect l="l" t="t" r="r" b="b"/>
              <a:pathLst>
                <a:path w="1477" h="1001" extrusionOk="0">
                  <a:moveTo>
                    <a:pt x="405" y="1"/>
                  </a:moveTo>
                  <a:cubicBezTo>
                    <a:pt x="358" y="1"/>
                    <a:pt x="310" y="13"/>
                    <a:pt x="251" y="36"/>
                  </a:cubicBezTo>
                  <a:cubicBezTo>
                    <a:pt x="203" y="48"/>
                    <a:pt x="167" y="84"/>
                    <a:pt x="120" y="120"/>
                  </a:cubicBezTo>
                  <a:cubicBezTo>
                    <a:pt x="84" y="155"/>
                    <a:pt x="60" y="203"/>
                    <a:pt x="36" y="263"/>
                  </a:cubicBezTo>
                  <a:cubicBezTo>
                    <a:pt x="12" y="322"/>
                    <a:pt x="1" y="394"/>
                    <a:pt x="1" y="465"/>
                  </a:cubicBezTo>
                  <a:cubicBezTo>
                    <a:pt x="1" y="560"/>
                    <a:pt x="12" y="644"/>
                    <a:pt x="48" y="727"/>
                  </a:cubicBezTo>
                  <a:cubicBezTo>
                    <a:pt x="72" y="798"/>
                    <a:pt x="120" y="870"/>
                    <a:pt x="191" y="905"/>
                  </a:cubicBezTo>
                  <a:cubicBezTo>
                    <a:pt x="251" y="953"/>
                    <a:pt x="334" y="977"/>
                    <a:pt x="441" y="977"/>
                  </a:cubicBezTo>
                  <a:lnTo>
                    <a:pt x="524" y="977"/>
                  </a:lnTo>
                  <a:lnTo>
                    <a:pt x="524" y="786"/>
                  </a:lnTo>
                  <a:lnTo>
                    <a:pt x="441" y="786"/>
                  </a:lnTo>
                  <a:cubicBezTo>
                    <a:pt x="393" y="786"/>
                    <a:pt x="346" y="775"/>
                    <a:pt x="298" y="763"/>
                  </a:cubicBezTo>
                  <a:cubicBezTo>
                    <a:pt x="262" y="739"/>
                    <a:pt x="227" y="703"/>
                    <a:pt x="203" y="655"/>
                  </a:cubicBezTo>
                  <a:cubicBezTo>
                    <a:pt x="179" y="620"/>
                    <a:pt x="155" y="548"/>
                    <a:pt x="155" y="477"/>
                  </a:cubicBezTo>
                  <a:cubicBezTo>
                    <a:pt x="155" y="417"/>
                    <a:pt x="167" y="370"/>
                    <a:pt x="191" y="322"/>
                  </a:cubicBezTo>
                  <a:cubicBezTo>
                    <a:pt x="215" y="286"/>
                    <a:pt x="239" y="251"/>
                    <a:pt x="274" y="227"/>
                  </a:cubicBezTo>
                  <a:cubicBezTo>
                    <a:pt x="310" y="215"/>
                    <a:pt x="358" y="203"/>
                    <a:pt x="393" y="203"/>
                  </a:cubicBezTo>
                  <a:cubicBezTo>
                    <a:pt x="465" y="203"/>
                    <a:pt x="524" y="215"/>
                    <a:pt x="584" y="251"/>
                  </a:cubicBezTo>
                  <a:cubicBezTo>
                    <a:pt x="643" y="286"/>
                    <a:pt x="691" y="334"/>
                    <a:pt x="739" y="394"/>
                  </a:cubicBezTo>
                  <a:cubicBezTo>
                    <a:pt x="786" y="453"/>
                    <a:pt x="834" y="513"/>
                    <a:pt x="882" y="584"/>
                  </a:cubicBezTo>
                  <a:cubicBezTo>
                    <a:pt x="929" y="632"/>
                    <a:pt x="965" y="691"/>
                    <a:pt x="1001" y="739"/>
                  </a:cubicBezTo>
                  <a:cubicBezTo>
                    <a:pt x="1036" y="786"/>
                    <a:pt x="1084" y="834"/>
                    <a:pt x="1120" y="870"/>
                  </a:cubicBezTo>
                  <a:cubicBezTo>
                    <a:pt x="1167" y="905"/>
                    <a:pt x="1203" y="941"/>
                    <a:pt x="1263" y="965"/>
                  </a:cubicBezTo>
                  <a:cubicBezTo>
                    <a:pt x="1310" y="989"/>
                    <a:pt x="1358" y="1001"/>
                    <a:pt x="1417" y="1001"/>
                  </a:cubicBezTo>
                  <a:lnTo>
                    <a:pt x="1477" y="1001"/>
                  </a:lnTo>
                  <a:lnTo>
                    <a:pt x="1477" y="1"/>
                  </a:lnTo>
                  <a:lnTo>
                    <a:pt x="1310" y="1"/>
                  </a:lnTo>
                  <a:lnTo>
                    <a:pt x="1310" y="775"/>
                  </a:lnTo>
                  <a:cubicBezTo>
                    <a:pt x="1274" y="763"/>
                    <a:pt x="1251" y="739"/>
                    <a:pt x="1215" y="715"/>
                  </a:cubicBezTo>
                  <a:cubicBezTo>
                    <a:pt x="1179" y="679"/>
                    <a:pt x="1144" y="644"/>
                    <a:pt x="1108" y="596"/>
                  </a:cubicBezTo>
                  <a:cubicBezTo>
                    <a:pt x="1072" y="560"/>
                    <a:pt x="1048" y="513"/>
                    <a:pt x="1013" y="465"/>
                  </a:cubicBezTo>
                  <a:cubicBezTo>
                    <a:pt x="965" y="405"/>
                    <a:pt x="929" y="346"/>
                    <a:pt x="882" y="286"/>
                  </a:cubicBezTo>
                  <a:cubicBezTo>
                    <a:pt x="834" y="227"/>
                    <a:pt x="798" y="179"/>
                    <a:pt x="751" y="143"/>
                  </a:cubicBezTo>
                  <a:cubicBezTo>
                    <a:pt x="703" y="96"/>
                    <a:pt x="643" y="60"/>
                    <a:pt x="596" y="36"/>
                  </a:cubicBezTo>
                  <a:cubicBezTo>
                    <a:pt x="536" y="13"/>
                    <a:pt x="477" y="1"/>
                    <a:pt x="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2462200" y="7721525"/>
              <a:ext cx="37825" cy="25625"/>
            </a:xfrm>
            <a:custGeom>
              <a:avLst/>
              <a:gdLst/>
              <a:ahLst/>
              <a:cxnLst/>
              <a:rect l="l" t="t" r="r" b="b"/>
              <a:pathLst>
                <a:path w="1513" h="1025" extrusionOk="0">
                  <a:moveTo>
                    <a:pt x="1096" y="0"/>
                  </a:moveTo>
                  <a:cubicBezTo>
                    <a:pt x="1001" y="0"/>
                    <a:pt x="917" y="24"/>
                    <a:pt x="858" y="84"/>
                  </a:cubicBezTo>
                  <a:cubicBezTo>
                    <a:pt x="798" y="131"/>
                    <a:pt x="763" y="203"/>
                    <a:pt x="739" y="274"/>
                  </a:cubicBezTo>
                  <a:lnTo>
                    <a:pt x="727" y="274"/>
                  </a:lnTo>
                  <a:cubicBezTo>
                    <a:pt x="715" y="238"/>
                    <a:pt x="691" y="191"/>
                    <a:pt x="655" y="155"/>
                  </a:cubicBezTo>
                  <a:cubicBezTo>
                    <a:pt x="632" y="119"/>
                    <a:pt x="596" y="96"/>
                    <a:pt x="548" y="72"/>
                  </a:cubicBezTo>
                  <a:cubicBezTo>
                    <a:pt x="512" y="48"/>
                    <a:pt x="453" y="36"/>
                    <a:pt x="393" y="36"/>
                  </a:cubicBezTo>
                  <a:cubicBezTo>
                    <a:pt x="310" y="36"/>
                    <a:pt x="239" y="48"/>
                    <a:pt x="179" y="96"/>
                  </a:cubicBezTo>
                  <a:cubicBezTo>
                    <a:pt x="120" y="131"/>
                    <a:pt x="84" y="191"/>
                    <a:pt x="48" y="262"/>
                  </a:cubicBezTo>
                  <a:cubicBezTo>
                    <a:pt x="24" y="334"/>
                    <a:pt x="1" y="417"/>
                    <a:pt x="1" y="512"/>
                  </a:cubicBezTo>
                  <a:cubicBezTo>
                    <a:pt x="1" y="607"/>
                    <a:pt x="24" y="691"/>
                    <a:pt x="60" y="762"/>
                  </a:cubicBezTo>
                  <a:cubicBezTo>
                    <a:pt x="84" y="834"/>
                    <a:pt x="131" y="893"/>
                    <a:pt x="191" y="929"/>
                  </a:cubicBezTo>
                  <a:cubicBezTo>
                    <a:pt x="262" y="977"/>
                    <a:pt x="334" y="1000"/>
                    <a:pt x="405" y="1000"/>
                  </a:cubicBezTo>
                  <a:lnTo>
                    <a:pt x="453" y="1000"/>
                  </a:lnTo>
                  <a:lnTo>
                    <a:pt x="453" y="810"/>
                  </a:lnTo>
                  <a:lnTo>
                    <a:pt x="417" y="810"/>
                  </a:lnTo>
                  <a:cubicBezTo>
                    <a:pt x="358" y="810"/>
                    <a:pt x="310" y="798"/>
                    <a:pt x="274" y="762"/>
                  </a:cubicBezTo>
                  <a:cubicBezTo>
                    <a:pt x="239" y="738"/>
                    <a:pt x="203" y="703"/>
                    <a:pt x="191" y="655"/>
                  </a:cubicBezTo>
                  <a:cubicBezTo>
                    <a:pt x="167" y="607"/>
                    <a:pt x="155" y="560"/>
                    <a:pt x="155" y="500"/>
                  </a:cubicBezTo>
                  <a:cubicBezTo>
                    <a:pt x="155" y="453"/>
                    <a:pt x="167" y="405"/>
                    <a:pt x="191" y="369"/>
                  </a:cubicBezTo>
                  <a:cubicBezTo>
                    <a:pt x="203" y="322"/>
                    <a:pt x="227" y="286"/>
                    <a:pt x="262" y="262"/>
                  </a:cubicBezTo>
                  <a:cubicBezTo>
                    <a:pt x="298" y="238"/>
                    <a:pt x="346" y="226"/>
                    <a:pt x="405" y="226"/>
                  </a:cubicBezTo>
                  <a:cubicBezTo>
                    <a:pt x="465" y="226"/>
                    <a:pt x="512" y="238"/>
                    <a:pt x="560" y="274"/>
                  </a:cubicBezTo>
                  <a:cubicBezTo>
                    <a:pt x="596" y="298"/>
                    <a:pt x="620" y="334"/>
                    <a:pt x="643" y="381"/>
                  </a:cubicBezTo>
                  <a:cubicBezTo>
                    <a:pt x="655" y="429"/>
                    <a:pt x="667" y="477"/>
                    <a:pt x="667" y="524"/>
                  </a:cubicBezTo>
                  <a:lnTo>
                    <a:pt x="667" y="691"/>
                  </a:lnTo>
                  <a:lnTo>
                    <a:pt x="822" y="691"/>
                  </a:lnTo>
                  <a:lnTo>
                    <a:pt x="822" y="536"/>
                  </a:lnTo>
                  <a:cubicBezTo>
                    <a:pt x="822" y="477"/>
                    <a:pt x="822" y="417"/>
                    <a:pt x="846" y="369"/>
                  </a:cubicBezTo>
                  <a:cubicBezTo>
                    <a:pt x="858" y="322"/>
                    <a:pt x="882" y="274"/>
                    <a:pt x="917" y="238"/>
                  </a:cubicBezTo>
                  <a:cubicBezTo>
                    <a:pt x="953" y="215"/>
                    <a:pt x="1013" y="191"/>
                    <a:pt x="1084" y="191"/>
                  </a:cubicBezTo>
                  <a:cubicBezTo>
                    <a:pt x="1179" y="191"/>
                    <a:pt x="1239" y="226"/>
                    <a:pt x="1286" y="286"/>
                  </a:cubicBezTo>
                  <a:cubicBezTo>
                    <a:pt x="1334" y="346"/>
                    <a:pt x="1358" y="429"/>
                    <a:pt x="1358" y="524"/>
                  </a:cubicBezTo>
                  <a:cubicBezTo>
                    <a:pt x="1358" y="619"/>
                    <a:pt x="1334" y="703"/>
                    <a:pt x="1286" y="750"/>
                  </a:cubicBezTo>
                  <a:cubicBezTo>
                    <a:pt x="1239" y="810"/>
                    <a:pt x="1167" y="834"/>
                    <a:pt x="1084" y="834"/>
                  </a:cubicBezTo>
                  <a:lnTo>
                    <a:pt x="1048" y="834"/>
                  </a:lnTo>
                  <a:lnTo>
                    <a:pt x="1048" y="1024"/>
                  </a:lnTo>
                  <a:lnTo>
                    <a:pt x="1084" y="1024"/>
                  </a:lnTo>
                  <a:cubicBezTo>
                    <a:pt x="1167" y="1024"/>
                    <a:pt x="1251" y="1012"/>
                    <a:pt x="1310" y="965"/>
                  </a:cubicBezTo>
                  <a:cubicBezTo>
                    <a:pt x="1370" y="929"/>
                    <a:pt x="1417" y="869"/>
                    <a:pt x="1453" y="798"/>
                  </a:cubicBezTo>
                  <a:cubicBezTo>
                    <a:pt x="1489" y="715"/>
                    <a:pt x="1513" y="619"/>
                    <a:pt x="1513" y="512"/>
                  </a:cubicBezTo>
                  <a:cubicBezTo>
                    <a:pt x="1513" y="405"/>
                    <a:pt x="1489" y="322"/>
                    <a:pt x="1465" y="250"/>
                  </a:cubicBezTo>
                  <a:cubicBezTo>
                    <a:pt x="1429" y="167"/>
                    <a:pt x="1382" y="107"/>
                    <a:pt x="1322" y="72"/>
                  </a:cubicBezTo>
                  <a:cubicBezTo>
                    <a:pt x="1251" y="24"/>
                    <a:pt x="1179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2462200" y="7679550"/>
              <a:ext cx="36925" cy="26525"/>
            </a:xfrm>
            <a:custGeom>
              <a:avLst/>
              <a:gdLst/>
              <a:ahLst/>
              <a:cxnLst/>
              <a:rect l="l" t="t" r="r" b="b"/>
              <a:pathLst>
                <a:path w="1477" h="1061" extrusionOk="0">
                  <a:moveTo>
                    <a:pt x="965" y="0"/>
                  </a:moveTo>
                  <a:lnTo>
                    <a:pt x="965" y="191"/>
                  </a:lnTo>
                  <a:lnTo>
                    <a:pt x="215" y="191"/>
                  </a:lnTo>
                  <a:lnTo>
                    <a:pt x="215" y="286"/>
                  </a:lnTo>
                  <a:cubicBezTo>
                    <a:pt x="239" y="298"/>
                    <a:pt x="262" y="298"/>
                    <a:pt x="286" y="310"/>
                  </a:cubicBezTo>
                  <a:cubicBezTo>
                    <a:pt x="310" y="310"/>
                    <a:pt x="334" y="322"/>
                    <a:pt x="358" y="334"/>
                  </a:cubicBezTo>
                  <a:lnTo>
                    <a:pt x="441" y="358"/>
                  </a:lnTo>
                  <a:cubicBezTo>
                    <a:pt x="465" y="370"/>
                    <a:pt x="489" y="370"/>
                    <a:pt x="512" y="381"/>
                  </a:cubicBezTo>
                  <a:lnTo>
                    <a:pt x="965" y="381"/>
                  </a:lnTo>
                  <a:lnTo>
                    <a:pt x="965" y="882"/>
                  </a:lnTo>
                  <a:cubicBezTo>
                    <a:pt x="953" y="858"/>
                    <a:pt x="917" y="834"/>
                    <a:pt x="870" y="810"/>
                  </a:cubicBezTo>
                  <a:cubicBezTo>
                    <a:pt x="822" y="786"/>
                    <a:pt x="763" y="751"/>
                    <a:pt x="691" y="727"/>
                  </a:cubicBezTo>
                  <a:cubicBezTo>
                    <a:pt x="632" y="691"/>
                    <a:pt x="560" y="655"/>
                    <a:pt x="477" y="620"/>
                  </a:cubicBezTo>
                  <a:cubicBezTo>
                    <a:pt x="405" y="596"/>
                    <a:pt x="322" y="560"/>
                    <a:pt x="239" y="536"/>
                  </a:cubicBezTo>
                  <a:cubicBezTo>
                    <a:pt x="167" y="512"/>
                    <a:pt x="84" y="489"/>
                    <a:pt x="1" y="465"/>
                  </a:cubicBezTo>
                  <a:lnTo>
                    <a:pt x="1" y="667"/>
                  </a:lnTo>
                  <a:cubicBezTo>
                    <a:pt x="120" y="691"/>
                    <a:pt x="239" y="727"/>
                    <a:pt x="346" y="762"/>
                  </a:cubicBezTo>
                  <a:cubicBezTo>
                    <a:pt x="453" y="798"/>
                    <a:pt x="560" y="846"/>
                    <a:pt x="667" y="893"/>
                  </a:cubicBezTo>
                  <a:cubicBezTo>
                    <a:pt x="763" y="941"/>
                    <a:pt x="870" y="1001"/>
                    <a:pt x="977" y="1060"/>
                  </a:cubicBezTo>
                  <a:lnTo>
                    <a:pt x="1132" y="1060"/>
                  </a:lnTo>
                  <a:lnTo>
                    <a:pt x="1132" y="381"/>
                  </a:lnTo>
                  <a:lnTo>
                    <a:pt x="1477" y="381"/>
                  </a:lnTo>
                  <a:lnTo>
                    <a:pt x="1477" y="191"/>
                  </a:lnTo>
                  <a:lnTo>
                    <a:pt x="1120" y="191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9" name="Google Shape;809;p35"/>
            <p:cNvSpPr/>
            <p:nvPr/>
          </p:nvSpPr>
          <p:spPr>
            <a:xfrm>
              <a:off x="2462800" y="7649775"/>
              <a:ext cx="37225" cy="25325"/>
            </a:xfrm>
            <a:custGeom>
              <a:avLst/>
              <a:gdLst/>
              <a:ahLst/>
              <a:cxnLst/>
              <a:rect l="l" t="t" r="r" b="b"/>
              <a:pathLst>
                <a:path w="1489" h="1013" extrusionOk="0">
                  <a:moveTo>
                    <a:pt x="977" y="1"/>
                  </a:moveTo>
                  <a:cubicBezTo>
                    <a:pt x="869" y="1"/>
                    <a:pt x="786" y="25"/>
                    <a:pt x="715" y="60"/>
                  </a:cubicBezTo>
                  <a:cubicBezTo>
                    <a:pt x="643" y="96"/>
                    <a:pt x="596" y="156"/>
                    <a:pt x="560" y="227"/>
                  </a:cubicBezTo>
                  <a:cubicBezTo>
                    <a:pt x="524" y="287"/>
                    <a:pt x="512" y="370"/>
                    <a:pt x="512" y="453"/>
                  </a:cubicBezTo>
                  <a:cubicBezTo>
                    <a:pt x="512" y="501"/>
                    <a:pt x="524" y="549"/>
                    <a:pt x="524" y="584"/>
                  </a:cubicBezTo>
                  <a:cubicBezTo>
                    <a:pt x="536" y="632"/>
                    <a:pt x="560" y="656"/>
                    <a:pt x="572" y="691"/>
                  </a:cubicBezTo>
                  <a:cubicBezTo>
                    <a:pt x="596" y="727"/>
                    <a:pt x="608" y="751"/>
                    <a:pt x="631" y="775"/>
                  </a:cubicBezTo>
                  <a:lnTo>
                    <a:pt x="179" y="739"/>
                  </a:lnTo>
                  <a:lnTo>
                    <a:pt x="179" y="72"/>
                  </a:lnTo>
                  <a:lnTo>
                    <a:pt x="0" y="72"/>
                  </a:lnTo>
                  <a:lnTo>
                    <a:pt x="0" y="906"/>
                  </a:lnTo>
                  <a:lnTo>
                    <a:pt x="810" y="965"/>
                  </a:lnTo>
                  <a:lnTo>
                    <a:pt x="834" y="787"/>
                  </a:lnTo>
                  <a:cubicBezTo>
                    <a:pt x="798" y="763"/>
                    <a:pt x="774" y="739"/>
                    <a:pt x="750" y="715"/>
                  </a:cubicBezTo>
                  <a:cubicBezTo>
                    <a:pt x="727" y="680"/>
                    <a:pt x="703" y="644"/>
                    <a:pt x="691" y="608"/>
                  </a:cubicBezTo>
                  <a:cubicBezTo>
                    <a:pt x="679" y="572"/>
                    <a:pt x="667" y="525"/>
                    <a:pt x="667" y="489"/>
                  </a:cubicBezTo>
                  <a:cubicBezTo>
                    <a:pt x="667" y="429"/>
                    <a:pt x="679" y="382"/>
                    <a:pt x="703" y="334"/>
                  </a:cubicBezTo>
                  <a:cubicBezTo>
                    <a:pt x="727" y="287"/>
                    <a:pt x="762" y="251"/>
                    <a:pt x="810" y="227"/>
                  </a:cubicBezTo>
                  <a:cubicBezTo>
                    <a:pt x="858" y="203"/>
                    <a:pt x="917" y="191"/>
                    <a:pt x="989" y="191"/>
                  </a:cubicBezTo>
                  <a:cubicBezTo>
                    <a:pt x="1060" y="191"/>
                    <a:pt x="1131" y="203"/>
                    <a:pt x="1179" y="239"/>
                  </a:cubicBezTo>
                  <a:cubicBezTo>
                    <a:pt x="1227" y="263"/>
                    <a:pt x="1262" y="299"/>
                    <a:pt x="1286" y="346"/>
                  </a:cubicBezTo>
                  <a:cubicBezTo>
                    <a:pt x="1310" y="394"/>
                    <a:pt x="1322" y="441"/>
                    <a:pt x="1322" y="501"/>
                  </a:cubicBezTo>
                  <a:cubicBezTo>
                    <a:pt x="1322" y="560"/>
                    <a:pt x="1310" y="620"/>
                    <a:pt x="1286" y="668"/>
                  </a:cubicBezTo>
                  <a:cubicBezTo>
                    <a:pt x="1262" y="715"/>
                    <a:pt x="1227" y="751"/>
                    <a:pt x="1179" y="787"/>
                  </a:cubicBezTo>
                  <a:cubicBezTo>
                    <a:pt x="1131" y="810"/>
                    <a:pt x="1072" y="822"/>
                    <a:pt x="1012" y="822"/>
                  </a:cubicBezTo>
                  <a:lnTo>
                    <a:pt x="1012" y="1013"/>
                  </a:lnTo>
                  <a:cubicBezTo>
                    <a:pt x="1108" y="1013"/>
                    <a:pt x="1191" y="989"/>
                    <a:pt x="1262" y="953"/>
                  </a:cubicBezTo>
                  <a:cubicBezTo>
                    <a:pt x="1334" y="906"/>
                    <a:pt x="1393" y="846"/>
                    <a:pt x="1429" y="775"/>
                  </a:cubicBezTo>
                  <a:cubicBezTo>
                    <a:pt x="1465" y="691"/>
                    <a:pt x="1489" y="608"/>
                    <a:pt x="1489" y="501"/>
                  </a:cubicBezTo>
                  <a:cubicBezTo>
                    <a:pt x="1489" y="406"/>
                    <a:pt x="1465" y="310"/>
                    <a:pt x="1429" y="239"/>
                  </a:cubicBezTo>
                  <a:cubicBezTo>
                    <a:pt x="1381" y="168"/>
                    <a:pt x="1322" y="108"/>
                    <a:pt x="1250" y="60"/>
                  </a:cubicBezTo>
                  <a:cubicBezTo>
                    <a:pt x="1179" y="25"/>
                    <a:pt x="1084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10" name="Google Shape;810;p35"/>
            <p:cNvSpPr/>
            <p:nvPr/>
          </p:nvSpPr>
          <p:spPr>
            <a:xfrm>
              <a:off x="2462200" y="7619125"/>
              <a:ext cx="37825" cy="25625"/>
            </a:xfrm>
            <a:custGeom>
              <a:avLst/>
              <a:gdLst/>
              <a:ahLst/>
              <a:cxnLst/>
              <a:rect l="l" t="t" r="r" b="b"/>
              <a:pathLst>
                <a:path w="1513" h="1025" extrusionOk="0">
                  <a:moveTo>
                    <a:pt x="1024" y="191"/>
                  </a:moveTo>
                  <a:cubicBezTo>
                    <a:pt x="1084" y="191"/>
                    <a:pt x="1132" y="203"/>
                    <a:pt x="1191" y="227"/>
                  </a:cubicBezTo>
                  <a:cubicBezTo>
                    <a:pt x="1239" y="251"/>
                    <a:pt x="1274" y="286"/>
                    <a:pt x="1310" y="334"/>
                  </a:cubicBezTo>
                  <a:cubicBezTo>
                    <a:pt x="1334" y="370"/>
                    <a:pt x="1358" y="429"/>
                    <a:pt x="1358" y="501"/>
                  </a:cubicBezTo>
                  <a:cubicBezTo>
                    <a:pt x="1358" y="572"/>
                    <a:pt x="1334" y="632"/>
                    <a:pt x="1310" y="679"/>
                  </a:cubicBezTo>
                  <a:cubicBezTo>
                    <a:pt x="1274" y="715"/>
                    <a:pt x="1239" y="751"/>
                    <a:pt x="1191" y="774"/>
                  </a:cubicBezTo>
                  <a:cubicBezTo>
                    <a:pt x="1144" y="798"/>
                    <a:pt x="1084" y="810"/>
                    <a:pt x="1024" y="810"/>
                  </a:cubicBezTo>
                  <a:cubicBezTo>
                    <a:pt x="965" y="810"/>
                    <a:pt x="917" y="798"/>
                    <a:pt x="858" y="774"/>
                  </a:cubicBezTo>
                  <a:cubicBezTo>
                    <a:pt x="810" y="751"/>
                    <a:pt x="774" y="715"/>
                    <a:pt x="751" y="667"/>
                  </a:cubicBezTo>
                  <a:cubicBezTo>
                    <a:pt x="715" y="620"/>
                    <a:pt x="703" y="560"/>
                    <a:pt x="703" y="501"/>
                  </a:cubicBezTo>
                  <a:cubicBezTo>
                    <a:pt x="703" y="429"/>
                    <a:pt x="715" y="370"/>
                    <a:pt x="739" y="322"/>
                  </a:cubicBezTo>
                  <a:cubicBezTo>
                    <a:pt x="774" y="274"/>
                    <a:pt x="810" y="251"/>
                    <a:pt x="858" y="227"/>
                  </a:cubicBezTo>
                  <a:cubicBezTo>
                    <a:pt x="905" y="203"/>
                    <a:pt x="965" y="191"/>
                    <a:pt x="1024" y="191"/>
                  </a:cubicBezTo>
                  <a:close/>
                  <a:moveTo>
                    <a:pt x="1024" y="1"/>
                  </a:moveTo>
                  <a:cubicBezTo>
                    <a:pt x="929" y="1"/>
                    <a:pt x="858" y="24"/>
                    <a:pt x="786" y="48"/>
                  </a:cubicBezTo>
                  <a:cubicBezTo>
                    <a:pt x="703" y="84"/>
                    <a:pt x="655" y="131"/>
                    <a:pt x="608" y="203"/>
                  </a:cubicBezTo>
                  <a:cubicBezTo>
                    <a:pt x="572" y="274"/>
                    <a:pt x="548" y="358"/>
                    <a:pt x="548" y="465"/>
                  </a:cubicBezTo>
                  <a:cubicBezTo>
                    <a:pt x="548" y="512"/>
                    <a:pt x="560" y="572"/>
                    <a:pt x="572" y="620"/>
                  </a:cubicBezTo>
                  <a:cubicBezTo>
                    <a:pt x="584" y="667"/>
                    <a:pt x="608" y="715"/>
                    <a:pt x="632" y="751"/>
                  </a:cubicBezTo>
                  <a:cubicBezTo>
                    <a:pt x="667" y="786"/>
                    <a:pt x="691" y="810"/>
                    <a:pt x="727" y="834"/>
                  </a:cubicBezTo>
                  <a:cubicBezTo>
                    <a:pt x="608" y="834"/>
                    <a:pt x="501" y="822"/>
                    <a:pt x="417" y="798"/>
                  </a:cubicBezTo>
                  <a:cubicBezTo>
                    <a:pt x="334" y="786"/>
                    <a:pt x="274" y="751"/>
                    <a:pt x="227" y="703"/>
                  </a:cubicBezTo>
                  <a:cubicBezTo>
                    <a:pt x="179" y="655"/>
                    <a:pt x="155" y="596"/>
                    <a:pt x="155" y="501"/>
                  </a:cubicBezTo>
                  <a:cubicBezTo>
                    <a:pt x="155" y="453"/>
                    <a:pt x="167" y="393"/>
                    <a:pt x="191" y="358"/>
                  </a:cubicBezTo>
                  <a:cubicBezTo>
                    <a:pt x="215" y="322"/>
                    <a:pt x="251" y="286"/>
                    <a:pt x="286" y="274"/>
                  </a:cubicBezTo>
                  <a:cubicBezTo>
                    <a:pt x="334" y="251"/>
                    <a:pt x="393" y="251"/>
                    <a:pt x="453" y="251"/>
                  </a:cubicBezTo>
                  <a:lnTo>
                    <a:pt x="453" y="60"/>
                  </a:lnTo>
                  <a:cubicBezTo>
                    <a:pt x="370" y="60"/>
                    <a:pt x="286" y="72"/>
                    <a:pt x="227" y="96"/>
                  </a:cubicBezTo>
                  <a:cubicBezTo>
                    <a:pt x="155" y="131"/>
                    <a:pt x="108" y="179"/>
                    <a:pt x="60" y="239"/>
                  </a:cubicBezTo>
                  <a:cubicBezTo>
                    <a:pt x="24" y="310"/>
                    <a:pt x="1" y="393"/>
                    <a:pt x="1" y="489"/>
                  </a:cubicBezTo>
                  <a:cubicBezTo>
                    <a:pt x="1" y="572"/>
                    <a:pt x="12" y="655"/>
                    <a:pt x="48" y="715"/>
                  </a:cubicBezTo>
                  <a:cubicBezTo>
                    <a:pt x="72" y="786"/>
                    <a:pt x="120" y="834"/>
                    <a:pt x="179" y="882"/>
                  </a:cubicBezTo>
                  <a:cubicBezTo>
                    <a:pt x="239" y="929"/>
                    <a:pt x="322" y="965"/>
                    <a:pt x="417" y="989"/>
                  </a:cubicBezTo>
                  <a:cubicBezTo>
                    <a:pt x="524" y="1013"/>
                    <a:pt x="643" y="1024"/>
                    <a:pt x="798" y="1024"/>
                  </a:cubicBezTo>
                  <a:cubicBezTo>
                    <a:pt x="929" y="1024"/>
                    <a:pt x="1048" y="1013"/>
                    <a:pt x="1144" y="989"/>
                  </a:cubicBezTo>
                  <a:cubicBezTo>
                    <a:pt x="1227" y="965"/>
                    <a:pt x="1298" y="929"/>
                    <a:pt x="1358" y="882"/>
                  </a:cubicBezTo>
                  <a:cubicBezTo>
                    <a:pt x="1405" y="834"/>
                    <a:pt x="1453" y="774"/>
                    <a:pt x="1477" y="715"/>
                  </a:cubicBezTo>
                  <a:cubicBezTo>
                    <a:pt x="1501" y="643"/>
                    <a:pt x="1513" y="572"/>
                    <a:pt x="1513" y="489"/>
                  </a:cubicBezTo>
                  <a:cubicBezTo>
                    <a:pt x="1513" y="393"/>
                    <a:pt x="1489" y="310"/>
                    <a:pt x="1453" y="239"/>
                  </a:cubicBezTo>
                  <a:cubicBezTo>
                    <a:pt x="1405" y="167"/>
                    <a:pt x="1346" y="108"/>
                    <a:pt x="1274" y="72"/>
                  </a:cubicBezTo>
                  <a:cubicBezTo>
                    <a:pt x="1203" y="24"/>
                    <a:pt x="1120" y="1"/>
                    <a:pt x="10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2462800" y="7577750"/>
              <a:ext cx="36625" cy="25625"/>
            </a:xfrm>
            <a:custGeom>
              <a:avLst/>
              <a:gdLst/>
              <a:ahLst/>
              <a:cxnLst/>
              <a:rect l="l" t="t" r="r" b="b"/>
              <a:pathLst>
                <a:path w="1465" h="1025" extrusionOk="0">
                  <a:moveTo>
                    <a:pt x="1453" y="798"/>
                  </a:moveTo>
                  <a:lnTo>
                    <a:pt x="1453" y="798"/>
                  </a:lnTo>
                  <a:lnTo>
                    <a:pt x="1465" y="798"/>
                  </a:lnTo>
                  <a:cubicBezTo>
                    <a:pt x="1461" y="798"/>
                    <a:pt x="1457" y="798"/>
                    <a:pt x="1453" y="798"/>
                  </a:cubicBezTo>
                  <a:close/>
                  <a:moveTo>
                    <a:pt x="0" y="1"/>
                  </a:moveTo>
                  <a:lnTo>
                    <a:pt x="0" y="1024"/>
                  </a:lnTo>
                  <a:lnTo>
                    <a:pt x="179" y="1024"/>
                  </a:lnTo>
                  <a:lnTo>
                    <a:pt x="179" y="239"/>
                  </a:lnTo>
                  <a:cubicBezTo>
                    <a:pt x="250" y="298"/>
                    <a:pt x="334" y="370"/>
                    <a:pt x="429" y="429"/>
                  </a:cubicBezTo>
                  <a:cubicBezTo>
                    <a:pt x="524" y="501"/>
                    <a:pt x="631" y="560"/>
                    <a:pt x="739" y="608"/>
                  </a:cubicBezTo>
                  <a:cubicBezTo>
                    <a:pt x="846" y="667"/>
                    <a:pt x="953" y="703"/>
                    <a:pt x="1084" y="739"/>
                  </a:cubicBezTo>
                  <a:cubicBezTo>
                    <a:pt x="1199" y="773"/>
                    <a:pt x="1326" y="797"/>
                    <a:pt x="1453" y="798"/>
                  </a:cubicBezTo>
                  <a:lnTo>
                    <a:pt x="1453" y="798"/>
                  </a:lnTo>
                  <a:lnTo>
                    <a:pt x="1453" y="596"/>
                  </a:lnTo>
                  <a:lnTo>
                    <a:pt x="1358" y="596"/>
                  </a:lnTo>
                  <a:cubicBezTo>
                    <a:pt x="1262" y="596"/>
                    <a:pt x="1179" y="584"/>
                    <a:pt x="1084" y="560"/>
                  </a:cubicBezTo>
                  <a:cubicBezTo>
                    <a:pt x="989" y="524"/>
                    <a:pt x="905" y="501"/>
                    <a:pt x="810" y="453"/>
                  </a:cubicBezTo>
                  <a:cubicBezTo>
                    <a:pt x="727" y="417"/>
                    <a:pt x="643" y="370"/>
                    <a:pt x="560" y="322"/>
                  </a:cubicBezTo>
                  <a:cubicBezTo>
                    <a:pt x="477" y="262"/>
                    <a:pt x="393" y="215"/>
                    <a:pt x="322" y="155"/>
                  </a:cubicBezTo>
                  <a:cubicBezTo>
                    <a:pt x="250" y="96"/>
                    <a:pt x="179" y="48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2462200" y="7547700"/>
              <a:ext cx="37825" cy="25325"/>
            </a:xfrm>
            <a:custGeom>
              <a:avLst/>
              <a:gdLst/>
              <a:ahLst/>
              <a:cxnLst/>
              <a:rect l="l" t="t" r="r" b="b"/>
              <a:pathLst>
                <a:path w="1513" h="1013" extrusionOk="0">
                  <a:moveTo>
                    <a:pt x="405" y="226"/>
                  </a:moveTo>
                  <a:cubicBezTo>
                    <a:pt x="489" y="226"/>
                    <a:pt x="548" y="262"/>
                    <a:pt x="596" y="310"/>
                  </a:cubicBezTo>
                  <a:cubicBezTo>
                    <a:pt x="643" y="357"/>
                    <a:pt x="667" y="429"/>
                    <a:pt x="667" y="512"/>
                  </a:cubicBezTo>
                  <a:cubicBezTo>
                    <a:pt x="667" y="595"/>
                    <a:pt x="643" y="667"/>
                    <a:pt x="596" y="714"/>
                  </a:cubicBezTo>
                  <a:cubicBezTo>
                    <a:pt x="548" y="762"/>
                    <a:pt x="489" y="786"/>
                    <a:pt x="405" y="786"/>
                  </a:cubicBezTo>
                  <a:cubicBezTo>
                    <a:pt x="334" y="786"/>
                    <a:pt x="262" y="762"/>
                    <a:pt x="227" y="714"/>
                  </a:cubicBezTo>
                  <a:cubicBezTo>
                    <a:pt x="179" y="667"/>
                    <a:pt x="155" y="595"/>
                    <a:pt x="155" y="512"/>
                  </a:cubicBezTo>
                  <a:cubicBezTo>
                    <a:pt x="155" y="429"/>
                    <a:pt x="179" y="357"/>
                    <a:pt x="227" y="310"/>
                  </a:cubicBezTo>
                  <a:cubicBezTo>
                    <a:pt x="262" y="262"/>
                    <a:pt x="334" y="226"/>
                    <a:pt x="405" y="226"/>
                  </a:cubicBezTo>
                  <a:close/>
                  <a:moveTo>
                    <a:pt x="1084" y="202"/>
                  </a:moveTo>
                  <a:cubicBezTo>
                    <a:pt x="1167" y="202"/>
                    <a:pt x="1239" y="226"/>
                    <a:pt x="1286" y="274"/>
                  </a:cubicBezTo>
                  <a:cubicBezTo>
                    <a:pt x="1334" y="333"/>
                    <a:pt x="1358" y="405"/>
                    <a:pt x="1358" y="512"/>
                  </a:cubicBezTo>
                  <a:cubicBezTo>
                    <a:pt x="1358" y="607"/>
                    <a:pt x="1334" y="691"/>
                    <a:pt x="1286" y="738"/>
                  </a:cubicBezTo>
                  <a:cubicBezTo>
                    <a:pt x="1239" y="798"/>
                    <a:pt x="1167" y="822"/>
                    <a:pt x="1084" y="822"/>
                  </a:cubicBezTo>
                  <a:cubicBezTo>
                    <a:pt x="1001" y="822"/>
                    <a:pt x="941" y="798"/>
                    <a:pt x="893" y="738"/>
                  </a:cubicBezTo>
                  <a:cubicBezTo>
                    <a:pt x="846" y="691"/>
                    <a:pt x="822" y="619"/>
                    <a:pt x="822" y="512"/>
                  </a:cubicBezTo>
                  <a:cubicBezTo>
                    <a:pt x="822" y="405"/>
                    <a:pt x="846" y="333"/>
                    <a:pt x="893" y="274"/>
                  </a:cubicBezTo>
                  <a:cubicBezTo>
                    <a:pt x="941" y="226"/>
                    <a:pt x="1001" y="202"/>
                    <a:pt x="1084" y="202"/>
                  </a:cubicBezTo>
                  <a:close/>
                  <a:moveTo>
                    <a:pt x="1084" y="0"/>
                  </a:moveTo>
                  <a:cubicBezTo>
                    <a:pt x="1013" y="0"/>
                    <a:pt x="941" y="24"/>
                    <a:pt x="882" y="60"/>
                  </a:cubicBezTo>
                  <a:cubicBezTo>
                    <a:pt x="822" y="95"/>
                    <a:pt x="774" y="167"/>
                    <a:pt x="739" y="250"/>
                  </a:cubicBezTo>
                  <a:cubicBezTo>
                    <a:pt x="703" y="179"/>
                    <a:pt x="655" y="131"/>
                    <a:pt x="596" y="95"/>
                  </a:cubicBezTo>
                  <a:cubicBezTo>
                    <a:pt x="536" y="60"/>
                    <a:pt x="477" y="36"/>
                    <a:pt x="405" y="36"/>
                  </a:cubicBezTo>
                  <a:cubicBezTo>
                    <a:pt x="334" y="36"/>
                    <a:pt x="262" y="60"/>
                    <a:pt x="203" y="95"/>
                  </a:cubicBezTo>
                  <a:cubicBezTo>
                    <a:pt x="143" y="131"/>
                    <a:pt x="96" y="179"/>
                    <a:pt x="60" y="250"/>
                  </a:cubicBezTo>
                  <a:cubicBezTo>
                    <a:pt x="24" y="321"/>
                    <a:pt x="1" y="405"/>
                    <a:pt x="1" y="512"/>
                  </a:cubicBezTo>
                  <a:cubicBezTo>
                    <a:pt x="1" y="607"/>
                    <a:pt x="24" y="702"/>
                    <a:pt x="60" y="774"/>
                  </a:cubicBezTo>
                  <a:cubicBezTo>
                    <a:pt x="96" y="833"/>
                    <a:pt x="143" y="893"/>
                    <a:pt x="203" y="929"/>
                  </a:cubicBezTo>
                  <a:cubicBezTo>
                    <a:pt x="262" y="964"/>
                    <a:pt x="334" y="976"/>
                    <a:pt x="405" y="976"/>
                  </a:cubicBezTo>
                  <a:cubicBezTo>
                    <a:pt x="477" y="976"/>
                    <a:pt x="536" y="964"/>
                    <a:pt x="596" y="929"/>
                  </a:cubicBezTo>
                  <a:cubicBezTo>
                    <a:pt x="655" y="893"/>
                    <a:pt x="703" y="845"/>
                    <a:pt x="739" y="774"/>
                  </a:cubicBezTo>
                  <a:cubicBezTo>
                    <a:pt x="774" y="857"/>
                    <a:pt x="822" y="917"/>
                    <a:pt x="882" y="953"/>
                  </a:cubicBezTo>
                  <a:cubicBezTo>
                    <a:pt x="941" y="1000"/>
                    <a:pt x="1013" y="1012"/>
                    <a:pt x="1084" y="1012"/>
                  </a:cubicBezTo>
                  <a:cubicBezTo>
                    <a:pt x="1167" y="1012"/>
                    <a:pt x="1239" y="1000"/>
                    <a:pt x="1298" y="964"/>
                  </a:cubicBezTo>
                  <a:cubicBezTo>
                    <a:pt x="1358" y="929"/>
                    <a:pt x="1417" y="881"/>
                    <a:pt x="1453" y="798"/>
                  </a:cubicBezTo>
                  <a:cubicBezTo>
                    <a:pt x="1489" y="726"/>
                    <a:pt x="1513" y="631"/>
                    <a:pt x="1513" y="512"/>
                  </a:cubicBezTo>
                  <a:cubicBezTo>
                    <a:pt x="1513" y="393"/>
                    <a:pt x="1489" y="298"/>
                    <a:pt x="1453" y="214"/>
                  </a:cubicBezTo>
                  <a:cubicBezTo>
                    <a:pt x="1417" y="143"/>
                    <a:pt x="1358" y="83"/>
                    <a:pt x="1298" y="60"/>
                  </a:cubicBezTo>
                  <a:cubicBezTo>
                    <a:pt x="1239" y="24"/>
                    <a:pt x="1167" y="0"/>
                    <a:pt x="1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2462200" y="7517025"/>
              <a:ext cx="37825" cy="25625"/>
            </a:xfrm>
            <a:custGeom>
              <a:avLst/>
              <a:gdLst/>
              <a:ahLst/>
              <a:cxnLst/>
              <a:rect l="l" t="t" r="r" b="b"/>
              <a:pathLst>
                <a:path w="1513" h="1025" extrusionOk="0">
                  <a:moveTo>
                    <a:pt x="477" y="215"/>
                  </a:moveTo>
                  <a:cubicBezTo>
                    <a:pt x="548" y="215"/>
                    <a:pt x="596" y="227"/>
                    <a:pt x="643" y="251"/>
                  </a:cubicBezTo>
                  <a:cubicBezTo>
                    <a:pt x="691" y="275"/>
                    <a:pt x="739" y="310"/>
                    <a:pt x="763" y="358"/>
                  </a:cubicBezTo>
                  <a:cubicBezTo>
                    <a:pt x="798" y="405"/>
                    <a:pt x="810" y="465"/>
                    <a:pt x="810" y="525"/>
                  </a:cubicBezTo>
                  <a:cubicBezTo>
                    <a:pt x="810" y="596"/>
                    <a:pt x="798" y="656"/>
                    <a:pt x="774" y="703"/>
                  </a:cubicBezTo>
                  <a:cubicBezTo>
                    <a:pt x="739" y="751"/>
                    <a:pt x="703" y="775"/>
                    <a:pt x="655" y="798"/>
                  </a:cubicBezTo>
                  <a:cubicBezTo>
                    <a:pt x="608" y="822"/>
                    <a:pt x="548" y="834"/>
                    <a:pt x="501" y="834"/>
                  </a:cubicBezTo>
                  <a:cubicBezTo>
                    <a:pt x="429" y="834"/>
                    <a:pt x="382" y="822"/>
                    <a:pt x="322" y="798"/>
                  </a:cubicBezTo>
                  <a:cubicBezTo>
                    <a:pt x="274" y="775"/>
                    <a:pt x="239" y="739"/>
                    <a:pt x="203" y="691"/>
                  </a:cubicBezTo>
                  <a:cubicBezTo>
                    <a:pt x="179" y="656"/>
                    <a:pt x="155" y="596"/>
                    <a:pt x="155" y="525"/>
                  </a:cubicBezTo>
                  <a:cubicBezTo>
                    <a:pt x="155" y="453"/>
                    <a:pt x="179" y="394"/>
                    <a:pt x="203" y="358"/>
                  </a:cubicBezTo>
                  <a:cubicBezTo>
                    <a:pt x="227" y="310"/>
                    <a:pt x="274" y="275"/>
                    <a:pt x="322" y="251"/>
                  </a:cubicBezTo>
                  <a:cubicBezTo>
                    <a:pt x="370" y="227"/>
                    <a:pt x="417" y="215"/>
                    <a:pt x="477" y="215"/>
                  </a:cubicBezTo>
                  <a:close/>
                  <a:moveTo>
                    <a:pt x="715" y="1"/>
                  </a:moveTo>
                  <a:cubicBezTo>
                    <a:pt x="572" y="1"/>
                    <a:pt x="465" y="13"/>
                    <a:pt x="370" y="36"/>
                  </a:cubicBezTo>
                  <a:cubicBezTo>
                    <a:pt x="286" y="60"/>
                    <a:pt x="203" y="96"/>
                    <a:pt x="155" y="144"/>
                  </a:cubicBezTo>
                  <a:cubicBezTo>
                    <a:pt x="96" y="191"/>
                    <a:pt x="60" y="251"/>
                    <a:pt x="36" y="310"/>
                  </a:cubicBezTo>
                  <a:cubicBezTo>
                    <a:pt x="12" y="382"/>
                    <a:pt x="1" y="453"/>
                    <a:pt x="1" y="536"/>
                  </a:cubicBezTo>
                  <a:cubicBezTo>
                    <a:pt x="1" y="632"/>
                    <a:pt x="24" y="715"/>
                    <a:pt x="60" y="786"/>
                  </a:cubicBezTo>
                  <a:cubicBezTo>
                    <a:pt x="108" y="858"/>
                    <a:pt x="155" y="917"/>
                    <a:pt x="239" y="965"/>
                  </a:cubicBezTo>
                  <a:cubicBezTo>
                    <a:pt x="310" y="1001"/>
                    <a:pt x="393" y="1025"/>
                    <a:pt x="489" y="1025"/>
                  </a:cubicBezTo>
                  <a:cubicBezTo>
                    <a:pt x="584" y="1025"/>
                    <a:pt x="655" y="1013"/>
                    <a:pt x="727" y="977"/>
                  </a:cubicBezTo>
                  <a:cubicBezTo>
                    <a:pt x="810" y="941"/>
                    <a:pt x="858" y="894"/>
                    <a:pt x="905" y="822"/>
                  </a:cubicBezTo>
                  <a:cubicBezTo>
                    <a:pt x="941" y="751"/>
                    <a:pt x="965" y="667"/>
                    <a:pt x="965" y="560"/>
                  </a:cubicBezTo>
                  <a:cubicBezTo>
                    <a:pt x="965" y="513"/>
                    <a:pt x="953" y="453"/>
                    <a:pt x="941" y="405"/>
                  </a:cubicBezTo>
                  <a:cubicBezTo>
                    <a:pt x="929" y="358"/>
                    <a:pt x="905" y="322"/>
                    <a:pt x="882" y="286"/>
                  </a:cubicBezTo>
                  <a:cubicBezTo>
                    <a:pt x="846" y="251"/>
                    <a:pt x="822" y="215"/>
                    <a:pt x="786" y="203"/>
                  </a:cubicBezTo>
                  <a:cubicBezTo>
                    <a:pt x="905" y="203"/>
                    <a:pt x="1013" y="215"/>
                    <a:pt x="1096" y="227"/>
                  </a:cubicBezTo>
                  <a:cubicBezTo>
                    <a:pt x="1179" y="251"/>
                    <a:pt x="1239" y="275"/>
                    <a:pt x="1286" y="322"/>
                  </a:cubicBezTo>
                  <a:cubicBezTo>
                    <a:pt x="1334" y="370"/>
                    <a:pt x="1358" y="441"/>
                    <a:pt x="1358" y="525"/>
                  </a:cubicBezTo>
                  <a:cubicBezTo>
                    <a:pt x="1358" y="584"/>
                    <a:pt x="1346" y="632"/>
                    <a:pt x="1322" y="667"/>
                  </a:cubicBezTo>
                  <a:cubicBezTo>
                    <a:pt x="1298" y="703"/>
                    <a:pt x="1263" y="739"/>
                    <a:pt x="1227" y="751"/>
                  </a:cubicBezTo>
                  <a:cubicBezTo>
                    <a:pt x="1179" y="775"/>
                    <a:pt x="1120" y="786"/>
                    <a:pt x="1060" y="786"/>
                  </a:cubicBezTo>
                  <a:lnTo>
                    <a:pt x="1060" y="977"/>
                  </a:lnTo>
                  <a:cubicBezTo>
                    <a:pt x="1144" y="977"/>
                    <a:pt x="1215" y="953"/>
                    <a:pt x="1286" y="929"/>
                  </a:cubicBezTo>
                  <a:cubicBezTo>
                    <a:pt x="1358" y="894"/>
                    <a:pt x="1405" y="858"/>
                    <a:pt x="1453" y="786"/>
                  </a:cubicBezTo>
                  <a:cubicBezTo>
                    <a:pt x="1489" y="727"/>
                    <a:pt x="1513" y="632"/>
                    <a:pt x="1513" y="536"/>
                  </a:cubicBezTo>
                  <a:cubicBezTo>
                    <a:pt x="1513" y="453"/>
                    <a:pt x="1489" y="382"/>
                    <a:pt x="1465" y="310"/>
                  </a:cubicBezTo>
                  <a:cubicBezTo>
                    <a:pt x="1441" y="239"/>
                    <a:pt x="1394" y="191"/>
                    <a:pt x="1334" y="144"/>
                  </a:cubicBezTo>
                  <a:cubicBezTo>
                    <a:pt x="1274" y="96"/>
                    <a:pt x="1191" y="60"/>
                    <a:pt x="1084" y="36"/>
                  </a:cubicBezTo>
                  <a:cubicBezTo>
                    <a:pt x="989" y="13"/>
                    <a:pt x="858" y="1"/>
                    <a:pt x="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</p:grpSp>
      <p:pic>
        <p:nvPicPr>
          <p:cNvPr id="814" name="Google Shape;81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6667" y="5372465"/>
            <a:ext cx="5523867" cy="11379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6" name="Google Shape;816;p35"/>
          <p:cNvGrpSpPr/>
          <p:nvPr/>
        </p:nvGrpSpPr>
        <p:grpSpPr>
          <a:xfrm rot="-306076">
            <a:off x="9843257" y="335645"/>
            <a:ext cx="3358441" cy="4359540"/>
            <a:chOff x="2447625" y="5604000"/>
            <a:chExt cx="1846375" cy="2396750"/>
          </a:xfrm>
        </p:grpSpPr>
        <p:sp>
          <p:nvSpPr>
            <p:cNvPr id="817" name="Google Shape;817;p35"/>
            <p:cNvSpPr/>
            <p:nvPr/>
          </p:nvSpPr>
          <p:spPr>
            <a:xfrm>
              <a:off x="2447625" y="5604000"/>
              <a:ext cx="1846375" cy="2396750"/>
            </a:xfrm>
            <a:custGeom>
              <a:avLst/>
              <a:gdLst/>
              <a:ahLst/>
              <a:cxnLst/>
              <a:rect l="l" t="t" r="r" b="b"/>
              <a:pathLst>
                <a:path w="73855" h="95870" extrusionOk="0">
                  <a:moveTo>
                    <a:pt x="70842" y="1691"/>
                  </a:moveTo>
                  <a:lnTo>
                    <a:pt x="70842" y="94167"/>
                  </a:lnTo>
                  <a:lnTo>
                    <a:pt x="2977" y="94167"/>
                  </a:lnTo>
                  <a:lnTo>
                    <a:pt x="2977" y="1691"/>
                  </a:lnTo>
                  <a:close/>
                  <a:moveTo>
                    <a:pt x="0" y="0"/>
                  </a:moveTo>
                  <a:lnTo>
                    <a:pt x="0" y="215"/>
                  </a:lnTo>
                  <a:lnTo>
                    <a:pt x="0" y="1703"/>
                  </a:lnTo>
                  <a:lnTo>
                    <a:pt x="0" y="94167"/>
                  </a:lnTo>
                  <a:lnTo>
                    <a:pt x="0" y="95655"/>
                  </a:lnTo>
                  <a:lnTo>
                    <a:pt x="0" y="95869"/>
                  </a:lnTo>
                  <a:lnTo>
                    <a:pt x="73855" y="95869"/>
                  </a:lnTo>
                  <a:lnTo>
                    <a:pt x="73855" y="94167"/>
                  </a:lnTo>
                  <a:lnTo>
                    <a:pt x="73807" y="94167"/>
                  </a:lnTo>
                  <a:lnTo>
                    <a:pt x="73807" y="1703"/>
                  </a:lnTo>
                  <a:lnTo>
                    <a:pt x="73807" y="215"/>
                  </a:lnTo>
                  <a:lnTo>
                    <a:pt x="7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grpSp>
          <p:nvGrpSpPr>
            <p:cNvPr id="818" name="Google Shape;818;p35"/>
            <p:cNvGrpSpPr/>
            <p:nvPr/>
          </p:nvGrpSpPr>
          <p:grpSpPr>
            <a:xfrm>
              <a:off x="2462200" y="7517025"/>
              <a:ext cx="37825" cy="420925"/>
              <a:chOff x="2462200" y="7517025"/>
              <a:chExt cx="37825" cy="420925"/>
            </a:xfrm>
          </p:grpSpPr>
          <p:sp>
            <p:nvSpPr>
              <p:cNvPr id="819" name="Google Shape;819;p35"/>
              <p:cNvSpPr/>
              <p:nvPr/>
            </p:nvSpPr>
            <p:spPr>
              <a:xfrm>
                <a:off x="2462200" y="7912900"/>
                <a:ext cx="36925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2" extrusionOk="0">
                    <a:moveTo>
                      <a:pt x="1310" y="1"/>
                    </a:moveTo>
                    <a:lnTo>
                      <a:pt x="1310" y="775"/>
                    </a:lnTo>
                    <a:cubicBezTo>
                      <a:pt x="1274" y="763"/>
                      <a:pt x="1251" y="751"/>
                      <a:pt x="1215" y="715"/>
                    </a:cubicBezTo>
                    <a:cubicBezTo>
                      <a:pt x="1179" y="692"/>
                      <a:pt x="1144" y="644"/>
                      <a:pt x="1108" y="608"/>
                    </a:cubicBezTo>
                    <a:cubicBezTo>
                      <a:pt x="1072" y="561"/>
                      <a:pt x="1048" y="513"/>
                      <a:pt x="1013" y="465"/>
                    </a:cubicBezTo>
                    <a:cubicBezTo>
                      <a:pt x="965" y="406"/>
                      <a:pt x="929" y="346"/>
                      <a:pt x="882" y="287"/>
                    </a:cubicBezTo>
                    <a:cubicBezTo>
                      <a:pt x="834" y="239"/>
                      <a:pt x="798" y="180"/>
                      <a:pt x="751" y="144"/>
                    </a:cubicBezTo>
                    <a:cubicBezTo>
                      <a:pt x="703" y="96"/>
                      <a:pt x="643" y="72"/>
                      <a:pt x="596" y="49"/>
                    </a:cubicBezTo>
                    <a:cubicBezTo>
                      <a:pt x="536" y="25"/>
                      <a:pt x="477" y="13"/>
                      <a:pt x="405" y="13"/>
                    </a:cubicBezTo>
                    <a:cubicBezTo>
                      <a:pt x="358" y="13"/>
                      <a:pt x="310" y="25"/>
                      <a:pt x="251" y="37"/>
                    </a:cubicBezTo>
                    <a:cubicBezTo>
                      <a:pt x="203" y="60"/>
                      <a:pt x="167" y="84"/>
                      <a:pt x="120" y="120"/>
                    </a:cubicBezTo>
                    <a:cubicBezTo>
                      <a:pt x="84" y="156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77"/>
                    </a:cubicBezTo>
                    <a:cubicBezTo>
                      <a:pt x="1" y="572"/>
                      <a:pt x="12" y="656"/>
                      <a:pt x="48" y="727"/>
                    </a:cubicBezTo>
                    <a:cubicBezTo>
                      <a:pt x="72" y="811"/>
                      <a:pt x="120" y="870"/>
                      <a:pt x="191" y="918"/>
                    </a:cubicBezTo>
                    <a:cubicBezTo>
                      <a:pt x="251" y="965"/>
                      <a:pt x="334" y="989"/>
                      <a:pt x="441" y="989"/>
                    </a:cubicBezTo>
                    <a:lnTo>
                      <a:pt x="489" y="989"/>
                    </a:lnTo>
                    <a:cubicBezTo>
                      <a:pt x="512" y="977"/>
                      <a:pt x="524" y="977"/>
                      <a:pt x="524" y="977"/>
                    </a:cubicBezTo>
                    <a:lnTo>
                      <a:pt x="524" y="799"/>
                    </a:lnTo>
                    <a:lnTo>
                      <a:pt x="441" y="799"/>
                    </a:lnTo>
                    <a:cubicBezTo>
                      <a:pt x="393" y="799"/>
                      <a:pt x="346" y="787"/>
                      <a:pt x="298" y="763"/>
                    </a:cubicBezTo>
                    <a:cubicBezTo>
                      <a:pt x="262" y="739"/>
                      <a:pt x="227" y="703"/>
                      <a:pt x="203" y="668"/>
                    </a:cubicBezTo>
                    <a:cubicBezTo>
                      <a:pt x="179" y="620"/>
                      <a:pt x="155" y="561"/>
                      <a:pt x="155" y="489"/>
                    </a:cubicBezTo>
                    <a:cubicBezTo>
                      <a:pt x="155" y="418"/>
                      <a:pt x="167" y="370"/>
                      <a:pt x="191" y="322"/>
                    </a:cubicBezTo>
                    <a:cubicBezTo>
                      <a:pt x="215" y="287"/>
                      <a:pt x="239" y="263"/>
                      <a:pt x="274" y="239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27"/>
                      <a:pt x="584" y="263"/>
                    </a:cubicBezTo>
                    <a:cubicBezTo>
                      <a:pt x="643" y="299"/>
                      <a:pt x="691" y="346"/>
                      <a:pt x="739" y="394"/>
                    </a:cubicBezTo>
                    <a:cubicBezTo>
                      <a:pt x="786" y="453"/>
                      <a:pt x="834" y="525"/>
                      <a:pt x="882" y="596"/>
                    </a:cubicBezTo>
                    <a:cubicBezTo>
                      <a:pt x="929" y="644"/>
                      <a:pt x="965" y="692"/>
                      <a:pt x="1001" y="739"/>
                    </a:cubicBezTo>
                    <a:cubicBezTo>
                      <a:pt x="1036" y="787"/>
                      <a:pt x="1084" y="834"/>
                      <a:pt x="1120" y="870"/>
                    </a:cubicBezTo>
                    <a:cubicBezTo>
                      <a:pt x="1167" y="918"/>
                      <a:pt x="1203" y="942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0" name="Google Shape;820;p35"/>
              <p:cNvSpPr/>
              <p:nvPr/>
            </p:nvSpPr>
            <p:spPr>
              <a:xfrm>
                <a:off x="2462200" y="788255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810" y="191"/>
                    </a:moveTo>
                    <a:cubicBezTo>
                      <a:pt x="929" y="191"/>
                      <a:pt x="1024" y="203"/>
                      <a:pt x="1108" y="227"/>
                    </a:cubicBezTo>
                    <a:cubicBezTo>
                      <a:pt x="1191" y="239"/>
                      <a:pt x="1251" y="274"/>
                      <a:pt x="1286" y="310"/>
                    </a:cubicBezTo>
                    <a:cubicBezTo>
                      <a:pt x="1334" y="358"/>
                      <a:pt x="1358" y="417"/>
                      <a:pt x="1358" y="501"/>
                    </a:cubicBezTo>
                    <a:cubicBezTo>
                      <a:pt x="1358" y="584"/>
                      <a:pt x="1334" y="643"/>
                      <a:pt x="1298" y="691"/>
                    </a:cubicBezTo>
                    <a:cubicBezTo>
                      <a:pt x="1251" y="739"/>
                      <a:pt x="1191" y="763"/>
                      <a:pt x="1108" y="786"/>
                    </a:cubicBezTo>
                    <a:cubicBezTo>
                      <a:pt x="1024" y="798"/>
                      <a:pt x="929" y="810"/>
                      <a:pt x="810" y="810"/>
                    </a:cubicBezTo>
                    <a:lnTo>
                      <a:pt x="715" y="810"/>
                    </a:lnTo>
                    <a:cubicBezTo>
                      <a:pt x="584" y="810"/>
                      <a:pt x="489" y="798"/>
                      <a:pt x="405" y="786"/>
                    </a:cubicBezTo>
                    <a:cubicBezTo>
                      <a:pt x="322" y="774"/>
                      <a:pt x="262" y="739"/>
                      <a:pt x="227" y="691"/>
                    </a:cubicBezTo>
                    <a:cubicBezTo>
                      <a:pt x="179" y="643"/>
                      <a:pt x="167" y="584"/>
                      <a:pt x="167" y="501"/>
                    </a:cubicBezTo>
                    <a:cubicBezTo>
                      <a:pt x="167" y="417"/>
                      <a:pt x="179" y="358"/>
                      <a:pt x="227" y="310"/>
                    </a:cubicBezTo>
                    <a:cubicBezTo>
                      <a:pt x="262" y="274"/>
                      <a:pt x="322" y="239"/>
                      <a:pt x="405" y="227"/>
                    </a:cubicBezTo>
                    <a:cubicBezTo>
                      <a:pt x="489" y="203"/>
                      <a:pt x="584" y="191"/>
                      <a:pt x="715" y="191"/>
                    </a:cubicBezTo>
                    <a:close/>
                    <a:moveTo>
                      <a:pt x="763" y="1"/>
                    </a:moveTo>
                    <a:cubicBezTo>
                      <a:pt x="608" y="1"/>
                      <a:pt x="489" y="12"/>
                      <a:pt x="393" y="36"/>
                    </a:cubicBezTo>
                    <a:cubicBezTo>
                      <a:pt x="298" y="60"/>
                      <a:pt x="215" y="96"/>
                      <a:pt x="155" y="131"/>
                    </a:cubicBezTo>
                    <a:cubicBezTo>
                      <a:pt x="108" y="179"/>
                      <a:pt x="60" y="227"/>
                      <a:pt x="36" y="286"/>
                    </a:cubicBezTo>
                    <a:cubicBezTo>
                      <a:pt x="12" y="358"/>
                      <a:pt x="1" y="429"/>
                      <a:pt x="1" y="501"/>
                    </a:cubicBezTo>
                    <a:cubicBezTo>
                      <a:pt x="1" y="584"/>
                      <a:pt x="12" y="655"/>
                      <a:pt x="36" y="715"/>
                    </a:cubicBezTo>
                    <a:cubicBezTo>
                      <a:pt x="60" y="774"/>
                      <a:pt x="108" y="834"/>
                      <a:pt x="155" y="870"/>
                    </a:cubicBezTo>
                    <a:cubicBezTo>
                      <a:pt x="215" y="917"/>
                      <a:pt x="298" y="953"/>
                      <a:pt x="393" y="977"/>
                    </a:cubicBezTo>
                    <a:cubicBezTo>
                      <a:pt x="489" y="1001"/>
                      <a:pt x="608" y="1013"/>
                      <a:pt x="763" y="1013"/>
                    </a:cubicBezTo>
                    <a:cubicBezTo>
                      <a:pt x="905" y="1013"/>
                      <a:pt x="1024" y="1001"/>
                      <a:pt x="1120" y="977"/>
                    </a:cubicBezTo>
                    <a:cubicBezTo>
                      <a:pt x="1215" y="953"/>
                      <a:pt x="1298" y="917"/>
                      <a:pt x="1358" y="870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55"/>
                      <a:pt x="1513" y="584"/>
                      <a:pt x="1513" y="501"/>
                    </a:cubicBezTo>
                    <a:cubicBezTo>
                      <a:pt x="1513" y="417"/>
                      <a:pt x="1501" y="346"/>
                      <a:pt x="1477" y="286"/>
                    </a:cubicBezTo>
                    <a:cubicBezTo>
                      <a:pt x="1453" y="227"/>
                      <a:pt x="1405" y="179"/>
                      <a:pt x="1358" y="131"/>
                    </a:cubicBezTo>
                    <a:cubicBezTo>
                      <a:pt x="1298" y="96"/>
                      <a:pt x="1215" y="60"/>
                      <a:pt x="1120" y="36"/>
                    </a:cubicBezTo>
                    <a:cubicBezTo>
                      <a:pt x="1024" y="12"/>
                      <a:pt x="905" y="1"/>
                      <a:pt x="7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1" name="Google Shape;821;p35"/>
              <p:cNvSpPr/>
              <p:nvPr/>
            </p:nvSpPr>
            <p:spPr>
              <a:xfrm>
                <a:off x="2462200" y="7851900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1310" y="0"/>
                    </a:moveTo>
                    <a:lnTo>
                      <a:pt x="1310" y="774"/>
                    </a:lnTo>
                    <a:cubicBezTo>
                      <a:pt x="1274" y="774"/>
                      <a:pt x="1251" y="750"/>
                      <a:pt x="1215" y="715"/>
                    </a:cubicBezTo>
                    <a:cubicBezTo>
                      <a:pt x="1179" y="691"/>
                      <a:pt x="1144" y="655"/>
                      <a:pt x="1108" y="607"/>
                    </a:cubicBezTo>
                    <a:cubicBezTo>
                      <a:pt x="1072" y="560"/>
                      <a:pt x="1048" y="512"/>
                      <a:pt x="1013" y="476"/>
                    </a:cubicBezTo>
                    <a:cubicBezTo>
                      <a:pt x="965" y="405"/>
                      <a:pt x="929" y="345"/>
                      <a:pt x="882" y="286"/>
                    </a:cubicBezTo>
                    <a:cubicBezTo>
                      <a:pt x="834" y="238"/>
                      <a:pt x="798" y="191"/>
                      <a:pt x="751" y="143"/>
                    </a:cubicBezTo>
                    <a:cubicBezTo>
                      <a:pt x="703" y="107"/>
                      <a:pt x="643" y="72"/>
                      <a:pt x="596" y="48"/>
                    </a:cubicBezTo>
                    <a:cubicBezTo>
                      <a:pt x="536" y="24"/>
                      <a:pt x="477" y="12"/>
                      <a:pt x="405" y="12"/>
                    </a:cubicBezTo>
                    <a:cubicBezTo>
                      <a:pt x="358" y="12"/>
                      <a:pt x="310" y="24"/>
                      <a:pt x="251" y="36"/>
                    </a:cubicBezTo>
                    <a:cubicBezTo>
                      <a:pt x="203" y="60"/>
                      <a:pt x="167" y="84"/>
                      <a:pt x="120" y="119"/>
                    </a:cubicBezTo>
                    <a:cubicBezTo>
                      <a:pt x="84" y="167"/>
                      <a:pt x="60" y="214"/>
                      <a:pt x="36" y="274"/>
                    </a:cubicBezTo>
                    <a:cubicBezTo>
                      <a:pt x="12" y="322"/>
                      <a:pt x="1" y="393"/>
                      <a:pt x="1" y="476"/>
                    </a:cubicBezTo>
                    <a:cubicBezTo>
                      <a:pt x="1" y="572"/>
                      <a:pt x="12" y="655"/>
                      <a:pt x="48" y="726"/>
                    </a:cubicBezTo>
                    <a:cubicBezTo>
                      <a:pt x="72" y="810"/>
                      <a:pt x="120" y="869"/>
                      <a:pt x="191" y="917"/>
                    </a:cubicBezTo>
                    <a:cubicBezTo>
                      <a:pt x="251" y="965"/>
                      <a:pt x="334" y="988"/>
                      <a:pt x="441" y="988"/>
                    </a:cubicBezTo>
                    <a:lnTo>
                      <a:pt x="489" y="988"/>
                    </a:lnTo>
                    <a:cubicBezTo>
                      <a:pt x="512" y="988"/>
                      <a:pt x="524" y="976"/>
                      <a:pt x="524" y="976"/>
                    </a:cubicBezTo>
                    <a:lnTo>
                      <a:pt x="524" y="798"/>
                    </a:lnTo>
                    <a:lnTo>
                      <a:pt x="441" y="798"/>
                    </a:lnTo>
                    <a:cubicBezTo>
                      <a:pt x="393" y="798"/>
                      <a:pt x="346" y="786"/>
                      <a:pt x="298" y="762"/>
                    </a:cubicBezTo>
                    <a:cubicBezTo>
                      <a:pt x="262" y="750"/>
                      <a:pt x="227" y="715"/>
                      <a:pt x="203" y="667"/>
                    </a:cubicBezTo>
                    <a:cubicBezTo>
                      <a:pt x="179" y="619"/>
                      <a:pt x="155" y="560"/>
                      <a:pt x="155" y="488"/>
                    </a:cubicBezTo>
                    <a:cubicBezTo>
                      <a:pt x="155" y="429"/>
                      <a:pt x="167" y="369"/>
                      <a:pt x="191" y="334"/>
                    </a:cubicBezTo>
                    <a:cubicBezTo>
                      <a:pt x="215" y="286"/>
                      <a:pt x="239" y="262"/>
                      <a:pt x="274" y="238"/>
                    </a:cubicBezTo>
                    <a:cubicBezTo>
                      <a:pt x="310" y="214"/>
                      <a:pt x="358" y="203"/>
                      <a:pt x="393" y="203"/>
                    </a:cubicBezTo>
                    <a:cubicBezTo>
                      <a:pt x="465" y="203"/>
                      <a:pt x="524" y="226"/>
                      <a:pt x="584" y="262"/>
                    </a:cubicBezTo>
                    <a:cubicBezTo>
                      <a:pt x="643" y="298"/>
                      <a:pt x="691" y="345"/>
                      <a:pt x="739" y="405"/>
                    </a:cubicBezTo>
                    <a:cubicBezTo>
                      <a:pt x="786" y="465"/>
                      <a:pt x="834" y="524"/>
                      <a:pt x="882" y="595"/>
                    </a:cubicBezTo>
                    <a:cubicBezTo>
                      <a:pt x="929" y="643"/>
                      <a:pt x="965" y="691"/>
                      <a:pt x="1001" y="738"/>
                    </a:cubicBezTo>
                    <a:cubicBezTo>
                      <a:pt x="1036" y="798"/>
                      <a:pt x="1084" y="834"/>
                      <a:pt x="1120" y="881"/>
                    </a:cubicBezTo>
                    <a:cubicBezTo>
                      <a:pt x="1167" y="917"/>
                      <a:pt x="1203" y="941"/>
                      <a:pt x="1263" y="976"/>
                    </a:cubicBezTo>
                    <a:cubicBezTo>
                      <a:pt x="1310" y="988"/>
                      <a:pt x="1358" y="1000"/>
                      <a:pt x="1417" y="1000"/>
                    </a:cubicBezTo>
                    <a:lnTo>
                      <a:pt x="1477" y="100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2" name="Google Shape;822;p35"/>
              <p:cNvSpPr/>
              <p:nvPr/>
            </p:nvSpPr>
            <p:spPr>
              <a:xfrm>
                <a:off x="2462200" y="782182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24"/>
                    </a:cubicBezTo>
                    <a:cubicBezTo>
                      <a:pt x="203" y="48"/>
                      <a:pt x="167" y="72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58"/>
                      <a:pt x="191" y="906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51"/>
                    </a:cubicBezTo>
                    <a:cubicBezTo>
                      <a:pt x="262" y="739"/>
                      <a:pt x="227" y="703"/>
                      <a:pt x="203" y="656"/>
                    </a:cubicBezTo>
                    <a:cubicBezTo>
                      <a:pt x="179" y="608"/>
                      <a:pt x="155" y="548"/>
                      <a:pt x="155" y="477"/>
                    </a:cubicBezTo>
                    <a:cubicBezTo>
                      <a:pt x="155" y="417"/>
                      <a:pt x="167" y="358"/>
                      <a:pt x="191" y="322"/>
                    </a:cubicBezTo>
                    <a:cubicBezTo>
                      <a:pt x="215" y="275"/>
                      <a:pt x="239" y="251"/>
                      <a:pt x="274" y="227"/>
                    </a:cubicBezTo>
                    <a:cubicBezTo>
                      <a:pt x="310" y="203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6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48"/>
                      <a:pt x="1048" y="513"/>
                      <a:pt x="1013" y="465"/>
                    </a:cubicBezTo>
                    <a:cubicBezTo>
                      <a:pt x="965" y="394"/>
                      <a:pt x="929" y="334"/>
                      <a:pt x="882" y="286"/>
                    </a:cubicBezTo>
                    <a:cubicBezTo>
                      <a:pt x="834" y="227"/>
                      <a:pt x="798" y="179"/>
                      <a:pt x="751" y="132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3" name="Google Shape;823;p35"/>
              <p:cNvSpPr/>
              <p:nvPr/>
            </p:nvSpPr>
            <p:spPr>
              <a:xfrm>
                <a:off x="2462800" y="7781650"/>
                <a:ext cx="366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906" extrusionOk="0">
                    <a:moveTo>
                      <a:pt x="1298" y="0"/>
                    </a:moveTo>
                    <a:lnTo>
                      <a:pt x="1298" y="346"/>
                    </a:lnTo>
                    <a:lnTo>
                      <a:pt x="0" y="346"/>
                    </a:lnTo>
                    <a:lnTo>
                      <a:pt x="0" y="429"/>
                    </a:lnTo>
                    <a:cubicBezTo>
                      <a:pt x="36" y="477"/>
                      <a:pt x="72" y="524"/>
                      <a:pt x="96" y="572"/>
                    </a:cubicBezTo>
                    <a:cubicBezTo>
                      <a:pt x="119" y="631"/>
                      <a:pt x="143" y="679"/>
                      <a:pt x="155" y="739"/>
                    </a:cubicBezTo>
                    <a:cubicBezTo>
                      <a:pt x="167" y="798"/>
                      <a:pt x="167" y="846"/>
                      <a:pt x="179" y="905"/>
                    </a:cubicBezTo>
                    <a:lnTo>
                      <a:pt x="298" y="905"/>
                    </a:lnTo>
                    <a:lnTo>
                      <a:pt x="298" y="536"/>
                    </a:lnTo>
                    <a:lnTo>
                      <a:pt x="1298" y="536"/>
                    </a:lnTo>
                    <a:lnTo>
                      <a:pt x="1298" y="893"/>
                    </a:lnTo>
                    <a:lnTo>
                      <a:pt x="1465" y="893"/>
                    </a:lnTo>
                    <a:lnTo>
                      <a:pt x="14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4" name="Google Shape;824;p35"/>
              <p:cNvSpPr/>
              <p:nvPr/>
            </p:nvSpPr>
            <p:spPr>
              <a:xfrm>
                <a:off x="2462200" y="775217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36"/>
                    </a:cubicBezTo>
                    <a:cubicBezTo>
                      <a:pt x="203" y="48"/>
                      <a:pt x="167" y="84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70"/>
                      <a:pt x="191" y="905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63"/>
                    </a:cubicBezTo>
                    <a:cubicBezTo>
                      <a:pt x="262" y="739"/>
                      <a:pt x="227" y="703"/>
                      <a:pt x="203" y="655"/>
                    </a:cubicBezTo>
                    <a:cubicBezTo>
                      <a:pt x="179" y="620"/>
                      <a:pt x="155" y="548"/>
                      <a:pt x="155" y="477"/>
                    </a:cubicBezTo>
                    <a:cubicBezTo>
                      <a:pt x="155" y="417"/>
                      <a:pt x="167" y="370"/>
                      <a:pt x="191" y="322"/>
                    </a:cubicBezTo>
                    <a:cubicBezTo>
                      <a:pt x="215" y="286"/>
                      <a:pt x="239" y="251"/>
                      <a:pt x="274" y="227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5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60"/>
                      <a:pt x="1048" y="513"/>
                      <a:pt x="1013" y="465"/>
                    </a:cubicBezTo>
                    <a:cubicBezTo>
                      <a:pt x="965" y="405"/>
                      <a:pt x="929" y="346"/>
                      <a:pt x="882" y="286"/>
                    </a:cubicBezTo>
                    <a:cubicBezTo>
                      <a:pt x="834" y="227"/>
                      <a:pt x="798" y="179"/>
                      <a:pt x="751" y="143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5" name="Google Shape;825;p35"/>
              <p:cNvSpPr/>
              <p:nvPr/>
            </p:nvSpPr>
            <p:spPr>
              <a:xfrm>
                <a:off x="2462200" y="77215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96" y="0"/>
                    </a:moveTo>
                    <a:cubicBezTo>
                      <a:pt x="1001" y="0"/>
                      <a:pt x="917" y="24"/>
                      <a:pt x="858" y="84"/>
                    </a:cubicBezTo>
                    <a:cubicBezTo>
                      <a:pt x="798" y="131"/>
                      <a:pt x="763" y="203"/>
                      <a:pt x="739" y="274"/>
                    </a:cubicBezTo>
                    <a:lnTo>
                      <a:pt x="727" y="274"/>
                    </a:lnTo>
                    <a:cubicBezTo>
                      <a:pt x="715" y="238"/>
                      <a:pt x="691" y="191"/>
                      <a:pt x="655" y="155"/>
                    </a:cubicBezTo>
                    <a:cubicBezTo>
                      <a:pt x="632" y="119"/>
                      <a:pt x="596" y="96"/>
                      <a:pt x="548" y="72"/>
                    </a:cubicBezTo>
                    <a:cubicBezTo>
                      <a:pt x="512" y="48"/>
                      <a:pt x="453" y="36"/>
                      <a:pt x="393" y="36"/>
                    </a:cubicBezTo>
                    <a:cubicBezTo>
                      <a:pt x="310" y="36"/>
                      <a:pt x="239" y="48"/>
                      <a:pt x="179" y="96"/>
                    </a:cubicBezTo>
                    <a:cubicBezTo>
                      <a:pt x="120" y="131"/>
                      <a:pt x="84" y="191"/>
                      <a:pt x="48" y="262"/>
                    </a:cubicBezTo>
                    <a:cubicBezTo>
                      <a:pt x="24" y="334"/>
                      <a:pt x="1" y="417"/>
                      <a:pt x="1" y="512"/>
                    </a:cubicBezTo>
                    <a:cubicBezTo>
                      <a:pt x="1" y="607"/>
                      <a:pt x="24" y="691"/>
                      <a:pt x="60" y="762"/>
                    </a:cubicBezTo>
                    <a:cubicBezTo>
                      <a:pt x="84" y="834"/>
                      <a:pt x="131" y="893"/>
                      <a:pt x="191" y="929"/>
                    </a:cubicBezTo>
                    <a:cubicBezTo>
                      <a:pt x="262" y="977"/>
                      <a:pt x="334" y="1000"/>
                      <a:pt x="405" y="1000"/>
                    </a:cubicBezTo>
                    <a:lnTo>
                      <a:pt x="453" y="1000"/>
                    </a:lnTo>
                    <a:lnTo>
                      <a:pt x="453" y="810"/>
                    </a:lnTo>
                    <a:lnTo>
                      <a:pt x="417" y="810"/>
                    </a:lnTo>
                    <a:cubicBezTo>
                      <a:pt x="358" y="810"/>
                      <a:pt x="310" y="798"/>
                      <a:pt x="274" y="762"/>
                    </a:cubicBezTo>
                    <a:cubicBezTo>
                      <a:pt x="239" y="738"/>
                      <a:pt x="203" y="703"/>
                      <a:pt x="191" y="655"/>
                    </a:cubicBezTo>
                    <a:cubicBezTo>
                      <a:pt x="167" y="607"/>
                      <a:pt x="155" y="560"/>
                      <a:pt x="155" y="500"/>
                    </a:cubicBezTo>
                    <a:cubicBezTo>
                      <a:pt x="155" y="453"/>
                      <a:pt x="167" y="405"/>
                      <a:pt x="191" y="369"/>
                    </a:cubicBezTo>
                    <a:cubicBezTo>
                      <a:pt x="203" y="322"/>
                      <a:pt x="227" y="286"/>
                      <a:pt x="262" y="262"/>
                    </a:cubicBezTo>
                    <a:cubicBezTo>
                      <a:pt x="298" y="238"/>
                      <a:pt x="346" y="226"/>
                      <a:pt x="405" y="226"/>
                    </a:cubicBezTo>
                    <a:cubicBezTo>
                      <a:pt x="465" y="226"/>
                      <a:pt x="512" y="238"/>
                      <a:pt x="560" y="274"/>
                    </a:cubicBezTo>
                    <a:cubicBezTo>
                      <a:pt x="596" y="298"/>
                      <a:pt x="620" y="334"/>
                      <a:pt x="643" y="381"/>
                    </a:cubicBezTo>
                    <a:cubicBezTo>
                      <a:pt x="655" y="429"/>
                      <a:pt x="667" y="477"/>
                      <a:pt x="667" y="524"/>
                    </a:cubicBezTo>
                    <a:lnTo>
                      <a:pt x="667" y="691"/>
                    </a:lnTo>
                    <a:lnTo>
                      <a:pt x="822" y="691"/>
                    </a:lnTo>
                    <a:lnTo>
                      <a:pt x="822" y="536"/>
                    </a:lnTo>
                    <a:cubicBezTo>
                      <a:pt x="822" y="477"/>
                      <a:pt x="822" y="417"/>
                      <a:pt x="846" y="369"/>
                    </a:cubicBezTo>
                    <a:cubicBezTo>
                      <a:pt x="858" y="322"/>
                      <a:pt x="882" y="274"/>
                      <a:pt x="917" y="238"/>
                    </a:cubicBezTo>
                    <a:cubicBezTo>
                      <a:pt x="953" y="215"/>
                      <a:pt x="1013" y="191"/>
                      <a:pt x="1084" y="191"/>
                    </a:cubicBezTo>
                    <a:cubicBezTo>
                      <a:pt x="1179" y="191"/>
                      <a:pt x="1239" y="226"/>
                      <a:pt x="1286" y="286"/>
                    </a:cubicBezTo>
                    <a:cubicBezTo>
                      <a:pt x="1334" y="346"/>
                      <a:pt x="1358" y="429"/>
                      <a:pt x="1358" y="524"/>
                    </a:cubicBezTo>
                    <a:cubicBezTo>
                      <a:pt x="1358" y="619"/>
                      <a:pt x="1334" y="703"/>
                      <a:pt x="1286" y="750"/>
                    </a:cubicBezTo>
                    <a:cubicBezTo>
                      <a:pt x="1239" y="810"/>
                      <a:pt x="1167" y="834"/>
                      <a:pt x="1084" y="834"/>
                    </a:cubicBezTo>
                    <a:lnTo>
                      <a:pt x="1048" y="834"/>
                    </a:lnTo>
                    <a:lnTo>
                      <a:pt x="1048" y="1024"/>
                    </a:lnTo>
                    <a:lnTo>
                      <a:pt x="1084" y="1024"/>
                    </a:lnTo>
                    <a:cubicBezTo>
                      <a:pt x="1167" y="1024"/>
                      <a:pt x="1251" y="1012"/>
                      <a:pt x="1310" y="965"/>
                    </a:cubicBezTo>
                    <a:cubicBezTo>
                      <a:pt x="1370" y="929"/>
                      <a:pt x="1417" y="869"/>
                      <a:pt x="1453" y="798"/>
                    </a:cubicBezTo>
                    <a:cubicBezTo>
                      <a:pt x="1489" y="715"/>
                      <a:pt x="1513" y="619"/>
                      <a:pt x="1513" y="512"/>
                    </a:cubicBezTo>
                    <a:cubicBezTo>
                      <a:pt x="1513" y="405"/>
                      <a:pt x="1489" y="322"/>
                      <a:pt x="1465" y="250"/>
                    </a:cubicBezTo>
                    <a:cubicBezTo>
                      <a:pt x="1429" y="167"/>
                      <a:pt x="1382" y="107"/>
                      <a:pt x="1322" y="72"/>
                    </a:cubicBezTo>
                    <a:cubicBezTo>
                      <a:pt x="1251" y="24"/>
                      <a:pt x="1179" y="0"/>
                      <a:pt x="10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6" name="Google Shape;826;p35"/>
              <p:cNvSpPr/>
              <p:nvPr/>
            </p:nvSpPr>
            <p:spPr>
              <a:xfrm>
                <a:off x="2462200" y="7679550"/>
                <a:ext cx="369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61" extrusionOk="0">
                    <a:moveTo>
                      <a:pt x="965" y="0"/>
                    </a:moveTo>
                    <a:lnTo>
                      <a:pt x="965" y="191"/>
                    </a:lnTo>
                    <a:lnTo>
                      <a:pt x="215" y="191"/>
                    </a:lnTo>
                    <a:lnTo>
                      <a:pt x="215" y="286"/>
                    </a:lnTo>
                    <a:cubicBezTo>
                      <a:pt x="239" y="298"/>
                      <a:pt x="262" y="298"/>
                      <a:pt x="286" y="310"/>
                    </a:cubicBezTo>
                    <a:cubicBezTo>
                      <a:pt x="310" y="310"/>
                      <a:pt x="334" y="322"/>
                      <a:pt x="358" y="334"/>
                    </a:cubicBezTo>
                    <a:lnTo>
                      <a:pt x="441" y="358"/>
                    </a:lnTo>
                    <a:cubicBezTo>
                      <a:pt x="465" y="370"/>
                      <a:pt x="489" y="370"/>
                      <a:pt x="512" y="381"/>
                    </a:cubicBezTo>
                    <a:lnTo>
                      <a:pt x="965" y="381"/>
                    </a:lnTo>
                    <a:lnTo>
                      <a:pt x="965" y="882"/>
                    </a:lnTo>
                    <a:cubicBezTo>
                      <a:pt x="953" y="858"/>
                      <a:pt x="917" y="834"/>
                      <a:pt x="870" y="810"/>
                    </a:cubicBezTo>
                    <a:cubicBezTo>
                      <a:pt x="822" y="786"/>
                      <a:pt x="763" y="751"/>
                      <a:pt x="691" y="727"/>
                    </a:cubicBezTo>
                    <a:cubicBezTo>
                      <a:pt x="632" y="691"/>
                      <a:pt x="560" y="655"/>
                      <a:pt x="477" y="620"/>
                    </a:cubicBezTo>
                    <a:cubicBezTo>
                      <a:pt x="405" y="596"/>
                      <a:pt x="322" y="560"/>
                      <a:pt x="239" y="536"/>
                    </a:cubicBezTo>
                    <a:cubicBezTo>
                      <a:pt x="167" y="512"/>
                      <a:pt x="84" y="489"/>
                      <a:pt x="1" y="465"/>
                    </a:cubicBezTo>
                    <a:lnTo>
                      <a:pt x="1" y="667"/>
                    </a:lnTo>
                    <a:cubicBezTo>
                      <a:pt x="120" y="691"/>
                      <a:pt x="239" y="727"/>
                      <a:pt x="346" y="762"/>
                    </a:cubicBezTo>
                    <a:cubicBezTo>
                      <a:pt x="453" y="798"/>
                      <a:pt x="560" y="846"/>
                      <a:pt x="667" y="893"/>
                    </a:cubicBezTo>
                    <a:cubicBezTo>
                      <a:pt x="763" y="941"/>
                      <a:pt x="870" y="1001"/>
                      <a:pt x="977" y="1060"/>
                    </a:cubicBezTo>
                    <a:lnTo>
                      <a:pt x="1132" y="1060"/>
                    </a:lnTo>
                    <a:lnTo>
                      <a:pt x="1132" y="381"/>
                    </a:lnTo>
                    <a:lnTo>
                      <a:pt x="1477" y="381"/>
                    </a:lnTo>
                    <a:lnTo>
                      <a:pt x="1477" y="191"/>
                    </a:lnTo>
                    <a:lnTo>
                      <a:pt x="1120" y="191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7" name="Google Shape;827;p35"/>
              <p:cNvSpPr/>
              <p:nvPr/>
            </p:nvSpPr>
            <p:spPr>
              <a:xfrm>
                <a:off x="2462800" y="7649775"/>
                <a:ext cx="372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013" extrusionOk="0">
                    <a:moveTo>
                      <a:pt x="977" y="1"/>
                    </a:moveTo>
                    <a:cubicBezTo>
                      <a:pt x="869" y="1"/>
                      <a:pt x="786" y="25"/>
                      <a:pt x="715" y="60"/>
                    </a:cubicBezTo>
                    <a:cubicBezTo>
                      <a:pt x="643" y="96"/>
                      <a:pt x="596" y="156"/>
                      <a:pt x="560" y="227"/>
                    </a:cubicBezTo>
                    <a:cubicBezTo>
                      <a:pt x="524" y="287"/>
                      <a:pt x="512" y="370"/>
                      <a:pt x="512" y="453"/>
                    </a:cubicBezTo>
                    <a:cubicBezTo>
                      <a:pt x="512" y="501"/>
                      <a:pt x="524" y="549"/>
                      <a:pt x="524" y="584"/>
                    </a:cubicBezTo>
                    <a:cubicBezTo>
                      <a:pt x="536" y="632"/>
                      <a:pt x="560" y="656"/>
                      <a:pt x="572" y="691"/>
                    </a:cubicBezTo>
                    <a:cubicBezTo>
                      <a:pt x="596" y="727"/>
                      <a:pt x="608" y="751"/>
                      <a:pt x="631" y="775"/>
                    </a:cubicBezTo>
                    <a:lnTo>
                      <a:pt x="179" y="739"/>
                    </a:lnTo>
                    <a:lnTo>
                      <a:pt x="179" y="72"/>
                    </a:lnTo>
                    <a:lnTo>
                      <a:pt x="0" y="72"/>
                    </a:lnTo>
                    <a:lnTo>
                      <a:pt x="0" y="906"/>
                    </a:lnTo>
                    <a:lnTo>
                      <a:pt x="810" y="965"/>
                    </a:lnTo>
                    <a:lnTo>
                      <a:pt x="834" y="787"/>
                    </a:lnTo>
                    <a:cubicBezTo>
                      <a:pt x="798" y="763"/>
                      <a:pt x="774" y="739"/>
                      <a:pt x="750" y="715"/>
                    </a:cubicBezTo>
                    <a:cubicBezTo>
                      <a:pt x="727" y="680"/>
                      <a:pt x="703" y="644"/>
                      <a:pt x="691" y="608"/>
                    </a:cubicBezTo>
                    <a:cubicBezTo>
                      <a:pt x="679" y="572"/>
                      <a:pt x="667" y="525"/>
                      <a:pt x="667" y="489"/>
                    </a:cubicBezTo>
                    <a:cubicBezTo>
                      <a:pt x="667" y="429"/>
                      <a:pt x="679" y="382"/>
                      <a:pt x="703" y="334"/>
                    </a:cubicBezTo>
                    <a:cubicBezTo>
                      <a:pt x="727" y="287"/>
                      <a:pt x="762" y="251"/>
                      <a:pt x="810" y="227"/>
                    </a:cubicBezTo>
                    <a:cubicBezTo>
                      <a:pt x="858" y="203"/>
                      <a:pt x="917" y="191"/>
                      <a:pt x="989" y="191"/>
                    </a:cubicBezTo>
                    <a:cubicBezTo>
                      <a:pt x="1060" y="191"/>
                      <a:pt x="1131" y="203"/>
                      <a:pt x="1179" y="239"/>
                    </a:cubicBezTo>
                    <a:cubicBezTo>
                      <a:pt x="1227" y="263"/>
                      <a:pt x="1262" y="299"/>
                      <a:pt x="1286" y="346"/>
                    </a:cubicBezTo>
                    <a:cubicBezTo>
                      <a:pt x="1310" y="394"/>
                      <a:pt x="1322" y="441"/>
                      <a:pt x="1322" y="501"/>
                    </a:cubicBezTo>
                    <a:cubicBezTo>
                      <a:pt x="1322" y="560"/>
                      <a:pt x="1310" y="620"/>
                      <a:pt x="1286" y="668"/>
                    </a:cubicBezTo>
                    <a:cubicBezTo>
                      <a:pt x="1262" y="715"/>
                      <a:pt x="1227" y="751"/>
                      <a:pt x="1179" y="787"/>
                    </a:cubicBezTo>
                    <a:cubicBezTo>
                      <a:pt x="1131" y="810"/>
                      <a:pt x="1072" y="822"/>
                      <a:pt x="1012" y="822"/>
                    </a:cubicBezTo>
                    <a:lnTo>
                      <a:pt x="1012" y="1013"/>
                    </a:lnTo>
                    <a:cubicBezTo>
                      <a:pt x="1108" y="1013"/>
                      <a:pt x="1191" y="989"/>
                      <a:pt x="1262" y="953"/>
                    </a:cubicBezTo>
                    <a:cubicBezTo>
                      <a:pt x="1334" y="906"/>
                      <a:pt x="1393" y="846"/>
                      <a:pt x="1429" y="775"/>
                    </a:cubicBezTo>
                    <a:cubicBezTo>
                      <a:pt x="1465" y="691"/>
                      <a:pt x="1489" y="608"/>
                      <a:pt x="1489" y="501"/>
                    </a:cubicBezTo>
                    <a:cubicBezTo>
                      <a:pt x="1489" y="406"/>
                      <a:pt x="1465" y="310"/>
                      <a:pt x="1429" y="239"/>
                    </a:cubicBezTo>
                    <a:cubicBezTo>
                      <a:pt x="1381" y="168"/>
                      <a:pt x="1322" y="108"/>
                      <a:pt x="1250" y="60"/>
                    </a:cubicBezTo>
                    <a:cubicBezTo>
                      <a:pt x="1179" y="25"/>
                      <a:pt x="1084" y="1"/>
                      <a:pt x="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8" name="Google Shape;828;p35"/>
              <p:cNvSpPr/>
              <p:nvPr/>
            </p:nvSpPr>
            <p:spPr>
              <a:xfrm>
                <a:off x="2462200" y="76191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24" y="191"/>
                    </a:moveTo>
                    <a:cubicBezTo>
                      <a:pt x="1084" y="191"/>
                      <a:pt x="1132" y="203"/>
                      <a:pt x="1191" y="227"/>
                    </a:cubicBezTo>
                    <a:cubicBezTo>
                      <a:pt x="1239" y="251"/>
                      <a:pt x="1274" y="286"/>
                      <a:pt x="1310" y="334"/>
                    </a:cubicBezTo>
                    <a:cubicBezTo>
                      <a:pt x="1334" y="370"/>
                      <a:pt x="1358" y="429"/>
                      <a:pt x="1358" y="501"/>
                    </a:cubicBezTo>
                    <a:cubicBezTo>
                      <a:pt x="1358" y="572"/>
                      <a:pt x="1334" y="632"/>
                      <a:pt x="1310" y="679"/>
                    </a:cubicBezTo>
                    <a:cubicBezTo>
                      <a:pt x="1274" y="715"/>
                      <a:pt x="1239" y="751"/>
                      <a:pt x="1191" y="774"/>
                    </a:cubicBezTo>
                    <a:cubicBezTo>
                      <a:pt x="1144" y="798"/>
                      <a:pt x="1084" y="810"/>
                      <a:pt x="1024" y="810"/>
                    </a:cubicBezTo>
                    <a:cubicBezTo>
                      <a:pt x="965" y="810"/>
                      <a:pt x="917" y="798"/>
                      <a:pt x="858" y="774"/>
                    </a:cubicBezTo>
                    <a:cubicBezTo>
                      <a:pt x="810" y="751"/>
                      <a:pt x="774" y="715"/>
                      <a:pt x="751" y="667"/>
                    </a:cubicBezTo>
                    <a:cubicBezTo>
                      <a:pt x="715" y="620"/>
                      <a:pt x="703" y="560"/>
                      <a:pt x="703" y="501"/>
                    </a:cubicBezTo>
                    <a:cubicBezTo>
                      <a:pt x="703" y="429"/>
                      <a:pt x="715" y="370"/>
                      <a:pt x="739" y="322"/>
                    </a:cubicBezTo>
                    <a:cubicBezTo>
                      <a:pt x="774" y="274"/>
                      <a:pt x="810" y="251"/>
                      <a:pt x="858" y="227"/>
                    </a:cubicBezTo>
                    <a:cubicBezTo>
                      <a:pt x="905" y="203"/>
                      <a:pt x="965" y="191"/>
                      <a:pt x="1024" y="191"/>
                    </a:cubicBezTo>
                    <a:close/>
                    <a:moveTo>
                      <a:pt x="1024" y="1"/>
                    </a:moveTo>
                    <a:cubicBezTo>
                      <a:pt x="929" y="1"/>
                      <a:pt x="858" y="24"/>
                      <a:pt x="786" y="48"/>
                    </a:cubicBezTo>
                    <a:cubicBezTo>
                      <a:pt x="703" y="84"/>
                      <a:pt x="655" y="131"/>
                      <a:pt x="608" y="203"/>
                    </a:cubicBezTo>
                    <a:cubicBezTo>
                      <a:pt x="572" y="274"/>
                      <a:pt x="548" y="358"/>
                      <a:pt x="548" y="465"/>
                    </a:cubicBezTo>
                    <a:cubicBezTo>
                      <a:pt x="548" y="512"/>
                      <a:pt x="560" y="572"/>
                      <a:pt x="572" y="620"/>
                    </a:cubicBezTo>
                    <a:cubicBezTo>
                      <a:pt x="584" y="667"/>
                      <a:pt x="608" y="715"/>
                      <a:pt x="632" y="751"/>
                    </a:cubicBezTo>
                    <a:cubicBezTo>
                      <a:pt x="667" y="786"/>
                      <a:pt x="691" y="810"/>
                      <a:pt x="727" y="834"/>
                    </a:cubicBezTo>
                    <a:cubicBezTo>
                      <a:pt x="608" y="834"/>
                      <a:pt x="501" y="822"/>
                      <a:pt x="417" y="798"/>
                    </a:cubicBezTo>
                    <a:cubicBezTo>
                      <a:pt x="334" y="786"/>
                      <a:pt x="274" y="751"/>
                      <a:pt x="227" y="703"/>
                    </a:cubicBezTo>
                    <a:cubicBezTo>
                      <a:pt x="179" y="655"/>
                      <a:pt x="155" y="596"/>
                      <a:pt x="155" y="501"/>
                    </a:cubicBezTo>
                    <a:cubicBezTo>
                      <a:pt x="155" y="453"/>
                      <a:pt x="167" y="393"/>
                      <a:pt x="191" y="358"/>
                    </a:cubicBezTo>
                    <a:cubicBezTo>
                      <a:pt x="215" y="322"/>
                      <a:pt x="251" y="286"/>
                      <a:pt x="286" y="274"/>
                    </a:cubicBezTo>
                    <a:cubicBezTo>
                      <a:pt x="334" y="251"/>
                      <a:pt x="393" y="251"/>
                      <a:pt x="453" y="251"/>
                    </a:cubicBezTo>
                    <a:lnTo>
                      <a:pt x="453" y="60"/>
                    </a:lnTo>
                    <a:cubicBezTo>
                      <a:pt x="370" y="60"/>
                      <a:pt x="286" y="72"/>
                      <a:pt x="227" y="96"/>
                    </a:cubicBezTo>
                    <a:cubicBezTo>
                      <a:pt x="155" y="131"/>
                      <a:pt x="108" y="179"/>
                      <a:pt x="60" y="239"/>
                    </a:cubicBezTo>
                    <a:cubicBezTo>
                      <a:pt x="24" y="310"/>
                      <a:pt x="1" y="393"/>
                      <a:pt x="1" y="489"/>
                    </a:cubicBezTo>
                    <a:cubicBezTo>
                      <a:pt x="1" y="572"/>
                      <a:pt x="12" y="655"/>
                      <a:pt x="48" y="715"/>
                    </a:cubicBezTo>
                    <a:cubicBezTo>
                      <a:pt x="72" y="786"/>
                      <a:pt x="120" y="834"/>
                      <a:pt x="179" y="882"/>
                    </a:cubicBezTo>
                    <a:cubicBezTo>
                      <a:pt x="239" y="929"/>
                      <a:pt x="322" y="965"/>
                      <a:pt x="417" y="989"/>
                    </a:cubicBezTo>
                    <a:cubicBezTo>
                      <a:pt x="524" y="1013"/>
                      <a:pt x="643" y="1024"/>
                      <a:pt x="798" y="1024"/>
                    </a:cubicBezTo>
                    <a:cubicBezTo>
                      <a:pt x="929" y="1024"/>
                      <a:pt x="1048" y="1013"/>
                      <a:pt x="1144" y="989"/>
                    </a:cubicBezTo>
                    <a:cubicBezTo>
                      <a:pt x="1227" y="965"/>
                      <a:pt x="1298" y="929"/>
                      <a:pt x="1358" y="882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43"/>
                      <a:pt x="1513" y="572"/>
                      <a:pt x="1513" y="489"/>
                    </a:cubicBezTo>
                    <a:cubicBezTo>
                      <a:pt x="1513" y="393"/>
                      <a:pt x="1489" y="310"/>
                      <a:pt x="1453" y="239"/>
                    </a:cubicBezTo>
                    <a:cubicBezTo>
                      <a:pt x="1405" y="167"/>
                      <a:pt x="1346" y="108"/>
                      <a:pt x="1274" y="72"/>
                    </a:cubicBezTo>
                    <a:cubicBezTo>
                      <a:pt x="1203" y="24"/>
                      <a:pt x="1120" y="1"/>
                      <a:pt x="10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9" name="Google Shape;829;p35"/>
              <p:cNvSpPr/>
              <p:nvPr/>
            </p:nvSpPr>
            <p:spPr>
              <a:xfrm>
                <a:off x="2462800" y="7577750"/>
                <a:ext cx="366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025" extrusionOk="0">
                    <a:moveTo>
                      <a:pt x="1453" y="798"/>
                    </a:moveTo>
                    <a:lnTo>
                      <a:pt x="1453" y="798"/>
                    </a:lnTo>
                    <a:lnTo>
                      <a:pt x="1465" y="798"/>
                    </a:lnTo>
                    <a:cubicBezTo>
                      <a:pt x="1461" y="798"/>
                      <a:pt x="1457" y="798"/>
                      <a:pt x="1453" y="798"/>
                    </a:cubicBezTo>
                    <a:close/>
                    <a:moveTo>
                      <a:pt x="0" y="1"/>
                    </a:moveTo>
                    <a:lnTo>
                      <a:pt x="0" y="1024"/>
                    </a:lnTo>
                    <a:lnTo>
                      <a:pt x="179" y="1024"/>
                    </a:lnTo>
                    <a:lnTo>
                      <a:pt x="179" y="239"/>
                    </a:lnTo>
                    <a:cubicBezTo>
                      <a:pt x="250" y="298"/>
                      <a:pt x="334" y="370"/>
                      <a:pt x="429" y="429"/>
                    </a:cubicBezTo>
                    <a:cubicBezTo>
                      <a:pt x="524" y="501"/>
                      <a:pt x="631" y="560"/>
                      <a:pt x="739" y="608"/>
                    </a:cubicBezTo>
                    <a:cubicBezTo>
                      <a:pt x="846" y="667"/>
                      <a:pt x="953" y="703"/>
                      <a:pt x="1084" y="739"/>
                    </a:cubicBezTo>
                    <a:cubicBezTo>
                      <a:pt x="1199" y="773"/>
                      <a:pt x="1326" y="797"/>
                      <a:pt x="1453" y="798"/>
                    </a:cubicBezTo>
                    <a:lnTo>
                      <a:pt x="1453" y="798"/>
                    </a:lnTo>
                    <a:lnTo>
                      <a:pt x="1453" y="596"/>
                    </a:lnTo>
                    <a:lnTo>
                      <a:pt x="1358" y="596"/>
                    </a:lnTo>
                    <a:cubicBezTo>
                      <a:pt x="1262" y="596"/>
                      <a:pt x="1179" y="584"/>
                      <a:pt x="1084" y="560"/>
                    </a:cubicBezTo>
                    <a:cubicBezTo>
                      <a:pt x="989" y="524"/>
                      <a:pt x="905" y="501"/>
                      <a:pt x="810" y="453"/>
                    </a:cubicBezTo>
                    <a:cubicBezTo>
                      <a:pt x="727" y="417"/>
                      <a:pt x="643" y="370"/>
                      <a:pt x="560" y="322"/>
                    </a:cubicBezTo>
                    <a:cubicBezTo>
                      <a:pt x="477" y="262"/>
                      <a:pt x="393" y="215"/>
                      <a:pt x="322" y="155"/>
                    </a:cubicBezTo>
                    <a:cubicBezTo>
                      <a:pt x="250" y="96"/>
                      <a:pt x="179" y="48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30" name="Google Shape;830;p35"/>
              <p:cNvSpPr/>
              <p:nvPr/>
            </p:nvSpPr>
            <p:spPr>
              <a:xfrm>
                <a:off x="2462200" y="754770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405" y="226"/>
                    </a:moveTo>
                    <a:cubicBezTo>
                      <a:pt x="489" y="226"/>
                      <a:pt x="548" y="262"/>
                      <a:pt x="596" y="310"/>
                    </a:cubicBezTo>
                    <a:cubicBezTo>
                      <a:pt x="643" y="357"/>
                      <a:pt x="667" y="429"/>
                      <a:pt x="667" y="512"/>
                    </a:cubicBezTo>
                    <a:cubicBezTo>
                      <a:pt x="667" y="595"/>
                      <a:pt x="643" y="667"/>
                      <a:pt x="596" y="714"/>
                    </a:cubicBezTo>
                    <a:cubicBezTo>
                      <a:pt x="548" y="762"/>
                      <a:pt x="489" y="786"/>
                      <a:pt x="405" y="786"/>
                    </a:cubicBezTo>
                    <a:cubicBezTo>
                      <a:pt x="334" y="786"/>
                      <a:pt x="262" y="762"/>
                      <a:pt x="227" y="714"/>
                    </a:cubicBezTo>
                    <a:cubicBezTo>
                      <a:pt x="179" y="667"/>
                      <a:pt x="155" y="595"/>
                      <a:pt x="155" y="512"/>
                    </a:cubicBezTo>
                    <a:cubicBezTo>
                      <a:pt x="155" y="429"/>
                      <a:pt x="179" y="357"/>
                      <a:pt x="227" y="310"/>
                    </a:cubicBezTo>
                    <a:cubicBezTo>
                      <a:pt x="262" y="262"/>
                      <a:pt x="334" y="226"/>
                      <a:pt x="405" y="226"/>
                    </a:cubicBezTo>
                    <a:close/>
                    <a:moveTo>
                      <a:pt x="1084" y="202"/>
                    </a:moveTo>
                    <a:cubicBezTo>
                      <a:pt x="1167" y="202"/>
                      <a:pt x="1239" y="226"/>
                      <a:pt x="1286" y="274"/>
                    </a:cubicBezTo>
                    <a:cubicBezTo>
                      <a:pt x="1334" y="333"/>
                      <a:pt x="1358" y="405"/>
                      <a:pt x="1358" y="512"/>
                    </a:cubicBezTo>
                    <a:cubicBezTo>
                      <a:pt x="1358" y="607"/>
                      <a:pt x="1334" y="691"/>
                      <a:pt x="1286" y="738"/>
                    </a:cubicBezTo>
                    <a:cubicBezTo>
                      <a:pt x="1239" y="798"/>
                      <a:pt x="1167" y="822"/>
                      <a:pt x="1084" y="822"/>
                    </a:cubicBezTo>
                    <a:cubicBezTo>
                      <a:pt x="1001" y="822"/>
                      <a:pt x="941" y="798"/>
                      <a:pt x="893" y="738"/>
                    </a:cubicBezTo>
                    <a:cubicBezTo>
                      <a:pt x="846" y="691"/>
                      <a:pt x="822" y="619"/>
                      <a:pt x="822" y="512"/>
                    </a:cubicBezTo>
                    <a:cubicBezTo>
                      <a:pt x="822" y="405"/>
                      <a:pt x="846" y="333"/>
                      <a:pt x="893" y="274"/>
                    </a:cubicBezTo>
                    <a:cubicBezTo>
                      <a:pt x="941" y="226"/>
                      <a:pt x="1001" y="202"/>
                      <a:pt x="1084" y="202"/>
                    </a:cubicBezTo>
                    <a:close/>
                    <a:moveTo>
                      <a:pt x="1084" y="0"/>
                    </a:moveTo>
                    <a:cubicBezTo>
                      <a:pt x="1013" y="0"/>
                      <a:pt x="941" y="24"/>
                      <a:pt x="882" y="60"/>
                    </a:cubicBezTo>
                    <a:cubicBezTo>
                      <a:pt x="822" y="95"/>
                      <a:pt x="774" y="167"/>
                      <a:pt x="739" y="250"/>
                    </a:cubicBezTo>
                    <a:cubicBezTo>
                      <a:pt x="703" y="179"/>
                      <a:pt x="655" y="131"/>
                      <a:pt x="596" y="95"/>
                    </a:cubicBezTo>
                    <a:cubicBezTo>
                      <a:pt x="536" y="60"/>
                      <a:pt x="477" y="36"/>
                      <a:pt x="405" y="36"/>
                    </a:cubicBezTo>
                    <a:cubicBezTo>
                      <a:pt x="334" y="36"/>
                      <a:pt x="262" y="60"/>
                      <a:pt x="203" y="95"/>
                    </a:cubicBezTo>
                    <a:cubicBezTo>
                      <a:pt x="143" y="131"/>
                      <a:pt x="96" y="179"/>
                      <a:pt x="60" y="250"/>
                    </a:cubicBezTo>
                    <a:cubicBezTo>
                      <a:pt x="24" y="321"/>
                      <a:pt x="1" y="405"/>
                      <a:pt x="1" y="512"/>
                    </a:cubicBezTo>
                    <a:cubicBezTo>
                      <a:pt x="1" y="607"/>
                      <a:pt x="24" y="702"/>
                      <a:pt x="60" y="774"/>
                    </a:cubicBezTo>
                    <a:cubicBezTo>
                      <a:pt x="96" y="833"/>
                      <a:pt x="143" y="893"/>
                      <a:pt x="203" y="929"/>
                    </a:cubicBezTo>
                    <a:cubicBezTo>
                      <a:pt x="262" y="964"/>
                      <a:pt x="334" y="976"/>
                      <a:pt x="405" y="976"/>
                    </a:cubicBezTo>
                    <a:cubicBezTo>
                      <a:pt x="477" y="976"/>
                      <a:pt x="536" y="964"/>
                      <a:pt x="596" y="929"/>
                    </a:cubicBezTo>
                    <a:cubicBezTo>
                      <a:pt x="655" y="893"/>
                      <a:pt x="703" y="845"/>
                      <a:pt x="739" y="774"/>
                    </a:cubicBezTo>
                    <a:cubicBezTo>
                      <a:pt x="774" y="857"/>
                      <a:pt x="822" y="917"/>
                      <a:pt x="882" y="953"/>
                    </a:cubicBezTo>
                    <a:cubicBezTo>
                      <a:pt x="941" y="1000"/>
                      <a:pt x="1013" y="1012"/>
                      <a:pt x="1084" y="1012"/>
                    </a:cubicBezTo>
                    <a:cubicBezTo>
                      <a:pt x="1167" y="1012"/>
                      <a:pt x="1239" y="1000"/>
                      <a:pt x="1298" y="964"/>
                    </a:cubicBezTo>
                    <a:cubicBezTo>
                      <a:pt x="1358" y="929"/>
                      <a:pt x="1417" y="881"/>
                      <a:pt x="1453" y="798"/>
                    </a:cubicBezTo>
                    <a:cubicBezTo>
                      <a:pt x="1489" y="726"/>
                      <a:pt x="1513" y="631"/>
                      <a:pt x="1513" y="512"/>
                    </a:cubicBezTo>
                    <a:cubicBezTo>
                      <a:pt x="1513" y="393"/>
                      <a:pt x="1489" y="298"/>
                      <a:pt x="1453" y="214"/>
                    </a:cubicBezTo>
                    <a:cubicBezTo>
                      <a:pt x="1417" y="143"/>
                      <a:pt x="1358" y="83"/>
                      <a:pt x="1298" y="60"/>
                    </a:cubicBezTo>
                    <a:cubicBezTo>
                      <a:pt x="1239" y="24"/>
                      <a:pt x="1167" y="0"/>
                      <a:pt x="10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31" name="Google Shape;831;p35"/>
              <p:cNvSpPr/>
              <p:nvPr/>
            </p:nvSpPr>
            <p:spPr>
              <a:xfrm>
                <a:off x="2462200" y="75170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477" y="215"/>
                    </a:moveTo>
                    <a:cubicBezTo>
                      <a:pt x="548" y="215"/>
                      <a:pt x="596" y="227"/>
                      <a:pt x="643" y="251"/>
                    </a:cubicBezTo>
                    <a:cubicBezTo>
                      <a:pt x="691" y="275"/>
                      <a:pt x="739" y="310"/>
                      <a:pt x="763" y="358"/>
                    </a:cubicBezTo>
                    <a:cubicBezTo>
                      <a:pt x="798" y="405"/>
                      <a:pt x="810" y="465"/>
                      <a:pt x="810" y="525"/>
                    </a:cubicBezTo>
                    <a:cubicBezTo>
                      <a:pt x="810" y="596"/>
                      <a:pt x="798" y="656"/>
                      <a:pt x="774" y="703"/>
                    </a:cubicBezTo>
                    <a:cubicBezTo>
                      <a:pt x="739" y="751"/>
                      <a:pt x="703" y="775"/>
                      <a:pt x="655" y="798"/>
                    </a:cubicBezTo>
                    <a:cubicBezTo>
                      <a:pt x="608" y="822"/>
                      <a:pt x="548" y="834"/>
                      <a:pt x="501" y="834"/>
                    </a:cubicBezTo>
                    <a:cubicBezTo>
                      <a:pt x="429" y="834"/>
                      <a:pt x="382" y="822"/>
                      <a:pt x="322" y="798"/>
                    </a:cubicBezTo>
                    <a:cubicBezTo>
                      <a:pt x="274" y="775"/>
                      <a:pt x="239" y="739"/>
                      <a:pt x="203" y="691"/>
                    </a:cubicBezTo>
                    <a:cubicBezTo>
                      <a:pt x="179" y="656"/>
                      <a:pt x="155" y="596"/>
                      <a:pt x="155" y="525"/>
                    </a:cubicBezTo>
                    <a:cubicBezTo>
                      <a:pt x="155" y="453"/>
                      <a:pt x="179" y="394"/>
                      <a:pt x="203" y="358"/>
                    </a:cubicBezTo>
                    <a:cubicBezTo>
                      <a:pt x="227" y="310"/>
                      <a:pt x="274" y="275"/>
                      <a:pt x="322" y="251"/>
                    </a:cubicBezTo>
                    <a:cubicBezTo>
                      <a:pt x="370" y="227"/>
                      <a:pt x="417" y="215"/>
                      <a:pt x="477" y="215"/>
                    </a:cubicBezTo>
                    <a:close/>
                    <a:moveTo>
                      <a:pt x="715" y="1"/>
                    </a:moveTo>
                    <a:cubicBezTo>
                      <a:pt x="572" y="1"/>
                      <a:pt x="465" y="13"/>
                      <a:pt x="370" y="36"/>
                    </a:cubicBezTo>
                    <a:cubicBezTo>
                      <a:pt x="286" y="60"/>
                      <a:pt x="203" y="96"/>
                      <a:pt x="155" y="144"/>
                    </a:cubicBezTo>
                    <a:cubicBezTo>
                      <a:pt x="96" y="191"/>
                      <a:pt x="60" y="251"/>
                      <a:pt x="36" y="310"/>
                    </a:cubicBezTo>
                    <a:cubicBezTo>
                      <a:pt x="12" y="382"/>
                      <a:pt x="1" y="453"/>
                      <a:pt x="1" y="536"/>
                    </a:cubicBezTo>
                    <a:cubicBezTo>
                      <a:pt x="1" y="632"/>
                      <a:pt x="24" y="715"/>
                      <a:pt x="60" y="786"/>
                    </a:cubicBezTo>
                    <a:cubicBezTo>
                      <a:pt x="108" y="858"/>
                      <a:pt x="155" y="917"/>
                      <a:pt x="239" y="965"/>
                    </a:cubicBezTo>
                    <a:cubicBezTo>
                      <a:pt x="310" y="1001"/>
                      <a:pt x="393" y="1025"/>
                      <a:pt x="489" y="1025"/>
                    </a:cubicBezTo>
                    <a:cubicBezTo>
                      <a:pt x="584" y="1025"/>
                      <a:pt x="655" y="1013"/>
                      <a:pt x="727" y="977"/>
                    </a:cubicBezTo>
                    <a:cubicBezTo>
                      <a:pt x="810" y="941"/>
                      <a:pt x="858" y="894"/>
                      <a:pt x="905" y="822"/>
                    </a:cubicBezTo>
                    <a:cubicBezTo>
                      <a:pt x="941" y="751"/>
                      <a:pt x="965" y="667"/>
                      <a:pt x="965" y="560"/>
                    </a:cubicBezTo>
                    <a:cubicBezTo>
                      <a:pt x="965" y="513"/>
                      <a:pt x="953" y="453"/>
                      <a:pt x="941" y="405"/>
                    </a:cubicBezTo>
                    <a:cubicBezTo>
                      <a:pt x="929" y="358"/>
                      <a:pt x="905" y="322"/>
                      <a:pt x="882" y="286"/>
                    </a:cubicBezTo>
                    <a:cubicBezTo>
                      <a:pt x="846" y="251"/>
                      <a:pt x="822" y="215"/>
                      <a:pt x="786" y="203"/>
                    </a:cubicBezTo>
                    <a:cubicBezTo>
                      <a:pt x="905" y="203"/>
                      <a:pt x="1013" y="215"/>
                      <a:pt x="1096" y="227"/>
                    </a:cubicBezTo>
                    <a:cubicBezTo>
                      <a:pt x="1179" y="251"/>
                      <a:pt x="1239" y="275"/>
                      <a:pt x="1286" y="322"/>
                    </a:cubicBezTo>
                    <a:cubicBezTo>
                      <a:pt x="1334" y="370"/>
                      <a:pt x="1358" y="441"/>
                      <a:pt x="1358" y="525"/>
                    </a:cubicBezTo>
                    <a:cubicBezTo>
                      <a:pt x="1358" y="584"/>
                      <a:pt x="1346" y="632"/>
                      <a:pt x="1322" y="667"/>
                    </a:cubicBezTo>
                    <a:cubicBezTo>
                      <a:pt x="1298" y="703"/>
                      <a:pt x="1263" y="739"/>
                      <a:pt x="1227" y="751"/>
                    </a:cubicBezTo>
                    <a:cubicBezTo>
                      <a:pt x="1179" y="775"/>
                      <a:pt x="1120" y="786"/>
                      <a:pt x="1060" y="786"/>
                    </a:cubicBezTo>
                    <a:lnTo>
                      <a:pt x="1060" y="977"/>
                    </a:lnTo>
                    <a:cubicBezTo>
                      <a:pt x="1144" y="977"/>
                      <a:pt x="1215" y="953"/>
                      <a:pt x="1286" y="929"/>
                    </a:cubicBezTo>
                    <a:cubicBezTo>
                      <a:pt x="1358" y="894"/>
                      <a:pt x="1405" y="858"/>
                      <a:pt x="1453" y="786"/>
                    </a:cubicBezTo>
                    <a:cubicBezTo>
                      <a:pt x="1489" y="727"/>
                      <a:pt x="1513" y="632"/>
                      <a:pt x="1513" y="536"/>
                    </a:cubicBezTo>
                    <a:cubicBezTo>
                      <a:pt x="1513" y="453"/>
                      <a:pt x="1489" y="382"/>
                      <a:pt x="1465" y="310"/>
                    </a:cubicBezTo>
                    <a:cubicBezTo>
                      <a:pt x="1441" y="239"/>
                      <a:pt x="1394" y="191"/>
                      <a:pt x="1334" y="144"/>
                    </a:cubicBezTo>
                    <a:cubicBezTo>
                      <a:pt x="1274" y="96"/>
                      <a:pt x="1191" y="60"/>
                      <a:pt x="1084" y="36"/>
                    </a:cubicBezTo>
                    <a:cubicBezTo>
                      <a:pt x="989" y="13"/>
                      <a:pt x="858" y="1"/>
                      <a:pt x="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</p:grpSp>
      </p:grpSp>
      <p:pic>
        <p:nvPicPr>
          <p:cNvPr id="832" name="Google Shape;83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15734" y="4128383"/>
            <a:ext cx="2345300" cy="10999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2F8A39D-1847-D8DF-6256-71A536D0C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5332" y="4607250"/>
            <a:ext cx="4241200" cy="1622913"/>
          </a:xfrm>
        </p:spPr>
        <p:txBody>
          <a:bodyPr/>
          <a:lstStyle/>
          <a:p>
            <a:r>
              <a:rPr lang="he-IL" dirty="0"/>
              <a:t>טל מיצמכר</a:t>
            </a:r>
          </a:p>
          <a:p>
            <a:r>
              <a:rPr lang="he-IL" dirty="0"/>
              <a:t>עמית מיצמכר</a:t>
            </a:r>
          </a:p>
          <a:p>
            <a:r>
              <a:rPr lang="en-US" dirty="0"/>
              <a:t> </a:t>
            </a:r>
            <a:r>
              <a:rPr lang="he-IL" dirty="0"/>
              <a:t> דני </a:t>
            </a:r>
            <a:r>
              <a:rPr lang="he-IL" dirty="0" err="1"/>
              <a:t>גורודינסקי</a:t>
            </a:r>
            <a:endParaRPr lang="he-IL" dirty="0"/>
          </a:p>
        </p:txBody>
      </p:sp>
      <p:pic>
        <p:nvPicPr>
          <p:cNvPr id="1026" name="Picture 2" descr="Nike fake Shoes Identification: 5 Ways to spot a fake Nike shoe">
            <a:extLst>
              <a:ext uri="{FF2B5EF4-FFF2-40B4-BE49-F238E27FC236}">
                <a16:creationId xmlns:a16="http://schemas.microsoft.com/office/drawing/2014/main" id="{63A917D7-2131-26F4-F312-922E49A6B0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2" t="-1" r="14531" b="-5162"/>
          <a:stretch>
            <a:fillRect/>
          </a:stretch>
        </p:blipFill>
        <p:spPr bwMode="auto">
          <a:xfrm rot="20794821">
            <a:off x="-541154" y="3181160"/>
            <a:ext cx="3212841" cy="320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מציין מיקום של תמונה 4">
            <a:extLst>
              <a:ext uri="{FF2B5EF4-FFF2-40B4-BE49-F238E27FC236}">
                <a16:creationId xmlns:a16="http://schemas.microsoft.com/office/drawing/2014/main" id="{9A9E2E06-4E4E-AC3B-1510-F049BC5B94B3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 rot="-767854">
            <a:off x="-550281" y="2954431"/>
            <a:ext cx="3181841" cy="3551491"/>
          </a:xfrm>
        </p:spPr>
        <p:txBody>
          <a:bodyPr/>
          <a:lstStyle/>
          <a:p>
            <a:endParaRPr lang="he-IL"/>
          </a:p>
        </p:txBody>
      </p:sp>
      <p:pic>
        <p:nvPicPr>
          <p:cNvPr id="14" name="מציין מיקום של תמונה 13" descr="תמונה שמכילה נעל סניקר, נעל, נעל הליכה, הנע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BB4BACE-982B-33F1-E6E1-C4D2F993559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7"/>
          <a:srcRect t="553" b="553"/>
          <a:stretch>
            <a:fillRect/>
          </a:stretch>
        </p:blipFill>
        <p:spPr/>
      </p:pic>
      <p:sp>
        <p:nvSpPr>
          <p:cNvPr id="12" name="AutoShape 10" descr="Buy ADIDAS Originals Men Perforated Superstar Sneakers - Casual Shoes for  Men 26518408 | Myntra">
            <a:extLst>
              <a:ext uri="{FF2B5EF4-FFF2-40B4-BE49-F238E27FC236}">
                <a16:creationId xmlns:a16="http://schemas.microsoft.com/office/drawing/2014/main" id="{1A9EC78D-CEF8-A9BD-9B4C-B7A7F24C8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09829" y="1825448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he-IL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61"/>
          <p:cNvSpPr/>
          <p:nvPr/>
        </p:nvSpPr>
        <p:spPr>
          <a:xfrm>
            <a:off x="4452866" y="485024"/>
            <a:ext cx="7312108" cy="602532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654" name="Google Shape;1654;p61"/>
          <p:cNvSpPr/>
          <p:nvPr/>
        </p:nvSpPr>
        <p:spPr>
          <a:xfrm rot="-285" flipH="1">
            <a:off x="607601" y="1468292"/>
            <a:ext cx="4618000" cy="4076152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655" name="Google Shape;1655;p61"/>
          <p:cNvSpPr txBox="1">
            <a:spLocks noGrp="1"/>
          </p:cNvSpPr>
          <p:nvPr>
            <p:ph type="title"/>
          </p:nvPr>
        </p:nvSpPr>
        <p:spPr>
          <a:xfrm>
            <a:off x="951200" y="2603576"/>
            <a:ext cx="3930800" cy="17240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lvl="0"/>
            <a:r>
              <a:rPr lang="en-US" sz="5333" dirty="0"/>
              <a:t>Motivating Use Case</a:t>
            </a:r>
            <a:endParaRPr sz="5333" dirty="0"/>
          </a:p>
        </p:txBody>
      </p:sp>
      <p:grpSp>
        <p:nvGrpSpPr>
          <p:cNvPr id="1682" name="Google Shape;1682;p61"/>
          <p:cNvGrpSpPr/>
          <p:nvPr/>
        </p:nvGrpSpPr>
        <p:grpSpPr>
          <a:xfrm>
            <a:off x="2767786" y="-51007"/>
            <a:ext cx="2457809" cy="2457869"/>
            <a:chOff x="2597050" y="3821625"/>
            <a:chExt cx="1016800" cy="1016825"/>
          </a:xfrm>
        </p:grpSpPr>
        <p:sp>
          <p:nvSpPr>
            <p:cNvPr id="1683" name="Google Shape;1683;p61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4" name="Google Shape;1684;p61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5" name="Google Shape;1685;p61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6" name="Google Shape;1686;p61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7" name="Google Shape;1687;p61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8" name="Google Shape;1688;p61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9" name="Google Shape;1689;p61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0" name="Google Shape;1690;p61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1" name="Google Shape;1691;p61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2" name="Google Shape;1692;p61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3" name="Google Shape;1693;p61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4" name="Google Shape;1694;p61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</p:grpSp>
      <p:pic>
        <p:nvPicPr>
          <p:cNvPr id="1695" name="Google Shape;169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4069" y="609728"/>
            <a:ext cx="3984373" cy="8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050;p42">
            <a:extLst>
              <a:ext uri="{FF2B5EF4-FFF2-40B4-BE49-F238E27FC236}">
                <a16:creationId xmlns:a16="http://schemas.microsoft.com/office/drawing/2014/main" id="{1ABF91F9-7EA9-AA55-CC93-56ADD5273B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74344" y="931826"/>
            <a:ext cx="6870781" cy="5330998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marL="0" indent="0" rtl="1">
              <a:lnSpc>
                <a:spcPct val="150000"/>
              </a:lnSpc>
            </a:pPr>
            <a:r>
              <a:rPr lang="he-IL" sz="2133" b="1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מה הבעיה האמיתית?</a:t>
            </a:r>
          </a:p>
          <a:p>
            <a:pPr marL="0" indent="0" rtl="1">
              <a:lnSpc>
                <a:spcPct val="150000"/>
              </a:lnSpc>
            </a:pPr>
            <a:r>
              <a:rPr lang="he-IL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זיופים של פריטי מותג נפוצים מאוד ומקשים על זיהוי של פריט מקורי מול זיוף. ישנם זיופים שקרובים למקור כך </a:t>
            </a:r>
            <a:r>
              <a:rPr lang="he-IL" dirty="0" err="1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שה"פגמים</a:t>
            </a:r>
            <a:r>
              <a:rPr lang="he-IL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" עדינים מאוד.</a:t>
            </a:r>
          </a:p>
          <a:p>
            <a:pPr marL="0" indent="0" rtl="1">
              <a:lnSpc>
                <a:spcPct val="150000"/>
              </a:lnSpc>
            </a:pPr>
            <a:endParaRPr lang="he-IL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  <a:p>
            <a:pPr marL="0" indent="0" rtl="1">
              <a:lnSpc>
                <a:spcPct val="150000"/>
              </a:lnSpc>
            </a:pPr>
            <a:endParaRPr lang="he-IL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  <a:p>
            <a:pPr rtl="1">
              <a:lnSpc>
                <a:spcPct val="150000"/>
              </a:lnSpc>
            </a:pPr>
            <a:r>
              <a:rPr lang="he-IL" sz="20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בעיה פורמלית</a:t>
            </a:r>
          </a:p>
          <a:p>
            <a:pPr rtl="1">
              <a:lnSpc>
                <a:spcPct val="150000"/>
              </a:lnSpc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פיתוח מערכת ראייה ממוחשבת שמקבלת תמונה של פריט מותג ומבצעת:</a:t>
            </a:r>
          </a:p>
          <a:p>
            <a:pPr marL="643451" indent="-457189" rtl="1">
              <a:lnSpc>
                <a:spcPct val="150000"/>
              </a:lnSpc>
              <a:buFont typeface="+mj-lt"/>
              <a:buAutoNum type="arabicParenR"/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זיהוי כל הפגמים הקיימים (</a:t>
            </a:r>
            <a:r>
              <a:rPr lang="en-US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Multilable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Classification</a:t>
            </a: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).</a:t>
            </a:r>
          </a:p>
          <a:p>
            <a:pPr marL="643451" indent="-457189" rtl="1">
              <a:lnSpc>
                <a:spcPct val="150000"/>
              </a:lnSpc>
              <a:buFont typeface="+mj-lt"/>
              <a:buAutoNum type="arabicParenR"/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מיקום מדויק של כל פגם בתמונה (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Bounding Boxes</a:t>
            </a: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). </a:t>
            </a:r>
          </a:p>
          <a:p>
            <a:pPr marL="0" indent="0" rtl="1"/>
            <a:endParaRPr lang="he-IL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  <a:p>
            <a:pPr marL="0" indent="0" rtl="1"/>
            <a:endParaRPr lang="he-IL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  <a:p>
            <a:pPr marL="0" indent="0" rtl="1"/>
            <a:endParaRPr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</p:txBody>
      </p:sp>
      <p:pic>
        <p:nvPicPr>
          <p:cNvPr id="19" name="Google Shape;1052;p42">
            <a:extLst>
              <a:ext uri="{FF2B5EF4-FFF2-40B4-BE49-F238E27FC236}">
                <a16:creationId xmlns:a16="http://schemas.microsoft.com/office/drawing/2014/main" id="{932D03B6-2D55-75A2-253E-6B0CA3E3BA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6600" y="5772132"/>
            <a:ext cx="3459067" cy="122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4824B82F-182A-69FD-44F5-05C424B8B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047850"/>
              </p:ext>
            </p:extLst>
          </p:nvPr>
        </p:nvGraphicFramePr>
        <p:xfrm>
          <a:off x="185058" y="522514"/>
          <a:ext cx="11832768" cy="5987804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971562">
                  <a:extLst>
                    <a:ext uri="{9D8B030D-6E8A-4147-A177-3AD203B41FA5}">
                      <a16:colId xmlns:a16="http://schemas.microsoft.com/office/drawing/2014/main" val="3238000013"/>
                    </a:ext>
                  </a:extLst>
                </a:gridCol>
                <a:gridCol w="1971562">
                  <a:extLst>
                    <a:ext uri="{9D8B030D-6E8A-4147-A177-3AD203B41FA5}">
                      <a16:colId xmlns:a16="http://schemas.microsoft.com/office/drawing/2014/main" val="1124677983"/>
                    </a:ext>
                  </a:extLst>
                </a:gridCol>
                <a:gridCol w="1972411">
                  <a:extLst>
                    <a:ext uri="{9D8B030D-6E8A-4147-A177-3AD203B41FA5}">
                      <a16:colId xmlns:a16="http://schemas.microsoft.com/office/drawing/2014/main" val="3177647411"/>
                    </a:ext>
                  </a:extLst>
                </a:gridCol>
                <a:gridCol w="1972411">
                  <a:extLst>
                    <a:ext uri="{9D8B030D-6E8A-4147-A177-3AD203B41FA5}">
                      <a16:colId xmlns:a16="http://schemas.microsoft.com/office/drawing/2014/main" val="249879782"/>
                    </a:ext>
                  </a:extLst>
                </a:gridCol>
                <a:gridCol w="1972411">
                  <a:extLst>
                    <a:ext uri="{9D8B030D-6E8A-4147-A177-3AD203B41FA5}">
                      <a16:colId xmlns:a16="http://schemas.microsoft.com/office/drawing/2014/main" val="1776305136"/>
                    </a:ext>
                  </a:extLst>
                </a:gridCol>
                <a:gridCol w="1972411">
                  <a:extLst>
                    <a:ext uri="{9D8B030D-6E8A-4147-A177-3AD203B41FA5}">
                      <a16:colId xmlns:a16="http://schemas.microsoft.com/office/drawing/2014/main" val="858797008"/>
                    </a:ext>
                  </a:extLst>
                </a:gridCol>
              </a:tblGrid>
              <a:tr h="31571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800" kern="100" dirty="0">
                          <a:effectLst/>
                        </a:rPr>
                        <a:t>כותרת / שנה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800" kern="100" dirty="0">
                          <a:effectLst/>
                        </a:rPr>
                        <a:t>משימה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800" kern="100" dirty="0">
                          <a:effectLst/>
                        </a:rPr>
                        <a:t>שיטות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800" kern="100" dirty="0">
                          <a:effectLst/>
                        </a:rPr>
                        <a:t>דאטה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800" kern="100" dirty="0">
                          <a:effectLst/>
                        </a:rPr>
                        <a:t>תוצאות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800" kern="100" dirty="0">
                          <a:effectLst/>
                        </a:rPr>
                        <a:t>קשר לפרויקט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/>
                </a:tc>
                <a:extLst>
                  <a:ext uri="{0D108BD9-81ED-4DB2-BD59-A6C34878D82A}">
                    <a16:rowId xmlns:a16="http://schemas.microsoft.com/office/drawing/2014/main" val="1615029668"/>
                  </a:ext>
                </a:extLst>
              </a:tr>
              <a:tr h="1637729"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Stable Diffusion Dataset Generation for Downstream Classification Tasks (2024)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יצירת דאטה סינתטי לשימוש בסיווג תמונות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Stable Diffusion 2.0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 + Fine Tuning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 + Transfer Learning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דאטה סינתטי שנוצר ע"י </a:t>
                      </a:r>
                      <a:r>
                        <a:rPr lang="en-US" sz="1600" kern="100" dirty="0">
                          <a:effectLst/>
                        </a:rPr>
                        <a:t> Stable Diffusion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ב-1/3 מהמקרים מודלים מאומנים על דאטה סינתטי הגיעו לתוצאות טובות יותר ממודלים על דאטה אמיתי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מראה שדאטה סינתטית של נעליים יכולה לשפר את ביצועי המודל לזיהוי זיופים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extLst>
                  <a:ext uri="{0D108BD9-81ED-4DB2-BD59-A6C34878D82A}">
                    <a16:rowId xmlns:a16="http://schemas.microsoft.com/office/drawing/2014/main" val="2504279632"/>
                  </a:ext>
                </a:extLst>
              </a:tr>
              <a:tr h="2237502"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Localization of diffusion model‑based inpainting through the inter‑intra similarity of frequency features (2024)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זיהוי ומיקום אזורי</a:t>
                      </a:r>
                      <a:r>
                        <a:rPr lang="en-US" sz="1600" kern="100" dirty="0">
                          <a:effectLst/>
                        </a:rPr>
                        <a:t> inpainting </a:t>
                      </a:r>
                      <a:r>
                        <a:rPr lang="he-IL" sz="1600" kern="100" dirty="0">
                          <a:effectLst/>
                        </a:rPr>
                        <a:t> שנעשו ע"י</a:t>
                      </a:r>
                      <a:r>
                        <a:rPr lang="en-US" sz="1600" kern="100" dirty="0">
                          <a:effectLst/>
                        </a:rPr>
                        <a:t> diffusion models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Inter Intra Similarity module, Frequency Filter Layer, Self Similarity Matrix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תמונות שעברו</a:t>
                      </a:r>
                      <a:r>
                        <a:rPr lang="en-US" sz="1600" kern="100" dirty="0">
                          <a:effectLst/>
                        </a:rPr>
                        <a:t> inpainting  </a:t>
                      </a:r>
                      <a:r>
                        <a:rPr lang="he-IL" sz="1600" kern="100" dirty="0">
                          <a:effectLst/>
                        </a:rPr>
                        <a:t> ע"י מודלי</a:t>
                      </a:r>
                      <a:r>
                        <a:rPr lang="en-US" sz="1600" kern="100" dirty="0">
                          <a:effectLst/>
                        </a:rPr>
                        <a:t> diffusion  </a:t>
                      </a:r>
                      <a:r>
                        <a:rPr lang="he-IL" sz="1600" kern="100" dirty="0">
                          <a:effectLst/>
                        </a:rPr>
                        <a:t> שונים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השיטה מזהה וממקמת את אזורי הפגם </a:t>
                      </a:r>
                      <a:r>
                        <a:rPr lang="en-US" sz="1600" kern="100" dirty="0">
                          <a:effectLst/>
                        </a:rPr>
                        <a:t>inpainting </a:t>
                      </a:r>
                      <a:r>
                        <a:rPr lang="he-IL" sz="1600" kern="100" dirty="0">
                          <a:effectLst/>
                        </a:rPr>
                        <a:t> בדיוק גבוה יותר משיטות קיימות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רלוונטי לפרויקט כי מאפשר לזהות פגמים ספציפיים שהוספו לנעליים סינתטיות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extLst>
                  <a:ext uri="{0D108BD9-81ED-4DB2-BD59-A6C34878D82A}">
                    <a16:rowId xmlns:a16="http://schemas.microsoft.com/office/drawing/2014/main" val="3868762195"/>
                  </a:ext>
                </a:extLst>
              </a:tr>
              <a:tr h="1622026"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Exposing fake images generated by text‑to‑image diffusion models (2023)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זיהוי תמונות מזויפות שנוצרו ע"י</a:t>
                      </a:r>
                      <a:r>
                        <a:rPr lang="en-US" sz="1600" kern="100" dirty="0">
                          <a:effectLst/>
                        </a:rPr>
                        <a:t> Text‑to‑Image diffusion models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CNN / Vision Transformer </a:t>
                      </a:r>
                      <a:r>
                        <a:rPr lang="he-IL" sz="1600" kern="100" dirty="0">
                          <a:effectLst/>
                        </a:rPr>
                        <a:t> לזיהוי מאפייני</a:t>
                      </a:r>
                      <a:r>
                        <a:rPr lang="en-US" sz="1600" kern="100" dirty="0">
                          <a:effectLst/>
                        </a:rPr>
                        <a:t> artifacts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תמונות מזויפות מ‑</a:t>
                      </a:r>
                      <a:r>
                        <a:rPr lang="en-US" sz="1600" kern="100" dirty="0">
                          <a:effectLst/>
                        </a:rPr>
                        <a:t>Stable Diffusion, DALL·E 2, Midjourney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+</a:t>
                      </a:r>
                      <a:r>
                        <a:rPr lang="he-IL" sz="1600" kern="100" dirty="0">
                          <a:effectLst/>
                        </a:rPr>
                        <a:t> תמונות אמיתיות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Accuracy : 95–97% </a:t>
                      </a:r>
                      <a:r>
                        <a:rPr lang="he-IL" sz="1600" kern="100" dirty="0">
                          <a:effectLst/>
                        </a:rPr>
                        <a:t>בזיהוי תמונות סינתטיות </a:t>
                      </a:r>
                      <a:endParaRPr lang="en-US" sz="1600" kern="1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 cross-model evaluation  </a:t>
                      </a:r>
                      <a:r>
                        <a:rPr lang="he-IL" sz="1600" kern="100" dirty="0">
                          <a:effectLst/>
                        </a:rPr>
                        <a:t> מראה הכללה למודלים חדשים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600" kern="100" dirty="0">
                          <a:effectLst/>
                        </a:rPr>
                        <a:t>מראה שגם נעליים סינתטיות עם פגמים ניתן להבחין בהן מהמקוריות באמצעות מאפייני</a:t>
                      </a:r>
                      <a:r>
                        <a:rPr lang="en-US" sz="1600" kern="100" dirty="0">
                          <a:effectLst/>
                        </a:rPr>
                        <a:t> diffusion </a:t>
                      </a:r>
                      <a:r>
                        <a:rPr lang="he-IL" sz="1600" kern="100" dirty="0">
                          <a:effectLst/>
                        </a:rPr>
                        <a:t>דקים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716" marR="63716" marT="0" marB="0" anchor="ctr"/>
                </a:tc>
                <a:extLst>
                  <a:ext uri="{0D108BD9-81ED-4DB2-BD59-A6C34878D82A}">
                    <a16:rowId xmlns:a16="http://schemas.microsoft.com/office/drawing/2014/main" val="12640385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45"/>
          <p:cNvSpPr/>
          <p:nvPr/>
        </p:nvSpPr>
        <p:spPr>
          <a:xfrm>
            <a:off x="615589" y="1794100"/>
            <a:ext cx="6566011" cy="446303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pic>
        <p:nvPicPr>
          <p:cNvPr id="1096" name="Google Shape;109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23575" y="511949"/>
            <a:ext cx="5361900" cy="18927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8" name="Google Shape;1098;p45"/>
          <p:cNvGrpSpPr/>
          <p:nvPr/>
        </p:nvGrpSpPr>
        <p:grpSpPr>
          <a:xfrm rot="-317376">
            <a:off x="7150033" y="399969"/>
            <a:ext cx="3143611" cy="3749511"/>
            <a:chOff x="2447625" y="5604000"/>
            <a:chExt cx="1846375" cy="2396750"/>
          </a:xfrm>
        </p:grpSpPr>
        <p:sp>
          <p:nvSpPr>
            <p:cNvPr id="1099" name="Google Shape;1099;p45"/>
            <p:cNvSpPr/>
            <p:nvPr/>
          </p:nvSpPr>
          <p:spPr>
            <a:xfrm>
              <a:off x="2447625" y="5604000"/>
              <a:ext cx="1846375" cy="2396750"/>
            </a:xfrm>
            <a:custGeom>
              <a:avLst/>
              <a:gdLst/>
              <a:ahLst/>
              <a:cxnLst/>
              <a:rect l="l" t="t" r="r" b="b"/>
              <a:pathLst>
                <a:path w="73855" h="95870" extrusionOk="0">
                  <a:moveTo>
                    <a:pt x="70842" y="1691"/>
                  </a:moveTo>
                  <a:lnTo>
                    <a:pt x="70842" y="94167"/>
                  </a:lnTo>
                  <a:lnTo>
                    <a:pt x="2977" y="94167"/>
                  </a:lnTo>
                  <a:lnTo>
                    <a:pt x="2977" y="1691"/>
                  </a:lnTo>
                  <a:close/>
                  <a:moveTo>
                    <a:pt x="0" y="0"/>
                  </a:moveTo>
                  <a:lnTo>
                    <a:pt x="0" y="215"/>
                  </a:lnTo>
                  <a:lnTo>
                    <a:pt x="0" y="1703"/>
                  </a:lnTo>
                  <a:lnTo>
                    <a:pt x="0" y="94167"/>
                  </a:lnTo>
                  <a:lnTo>
                    <a:pt x="0" y="95655"/>
                  </a:lnTo>
                  <a:lnTo>
                    <a:pt x="0" y="95869"/>
                  </a:lnTo>
                  <a:lnTo>
                    <a:pt x="73855" y="95869"/>
                  </a:lnTo>
                  <a:lnTo>
                    <a:pt x="73855" y="94167"/>
                  </a:lnTo>
                  <a:lnTo>
                    <a:pt x="73807" y="94167"/>
                  </a:lnTo>
                  <a:lnTo>
                    <a:pt x="73807" y="1703"/>
                  </a:lnTo>
                  <a:lnTo>
                    <a:pt x="73807" y="215"/>
                  </a:lnTo>
                  <a:lnTo>
                    <a:pt x="7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grpSp>
          <p:nvGrpSpPr>
            <p:cNvPr id="1100" name="Google Shape;1100;p45"/>
            <p:cNvGrpSpPr/>
            <p:nvPr/>
          </p:nvGrpSpPr>
          <p:grpSpPr>
            <a:xfrm>
              <a:off x="2462200" y="7517025"/>
              <a:ext cx="37825" cy="420925"/>
              <a:chOff x="2462200" y="7517025"/>
              <a:chExt cx="37825" cy="420925"/>
            </a:xfrm>
          </p:grpSpPr>
          <p:sp>
            <p:nvSpPr>
              <p:cNvPr id="1101" name="Google Shape;1101;p45"/>
              <p:cNvSpPr/>
              <p:nvPr/>
            </p:nvSpPr>
            <p:spPr>
              <a:xfrm>
                <a:off x="2462200" y="7912900"/>
                <a:ext cx="36925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2" extrusionOk="0">
                    <a:moveTo>
                      <a:pt x="1310" y="1"/>
                    </a:moveTo>
                    <a:lnTo>
                      <a:pt x="1310" y="775"/>
                    </a:lnTo>
                    <a:cubicBezTo>
                      <a:pt x="1274" y="763"/>
                      <a:pt x="1251" y="751"/>
                      <a:pt x="1215" y="715"/>
                    </a:cubicBezTo>
                    <a:cubicBezTo>
                      <a:pt x="1179" y="692"/>
                      <a:pt x="1144" y="644"/>
                      <a:pt x="1108" y="608"/>
                    </a:cubicBezTo>
                    <a:cubicBezTo>
                      <a:pt x="1072" y="561"/>
                      <a:pt x="1048" y="513"/>
                      <a:pt x="1013" y="465"/>
                    </a:cubicBezTo>
                    <a:cubicBezTo>
                      <a:pt x="965" y="406"/>
                      <a:pt x="929" y="346"/>
                      <a:pt x="882" y="287"/>
                    </a:cubicBezTo>
                    <a:cubicBezTo>
                      <a:pt x="834" y="239"/>
                      <a:pt x="798" y="180"/>
                      <a:pt x="751" y="144"/>
                    </a:cubicBezTo>
                    <a:cubicBezTo>
                      <a:pt x="703" y="96"/>
                      <a:pt x="643" y="72"/>
                      <a:pt x="596" y="49"/>
                    </a:cubicBezTo>
                    <a:cubicBezTo>
                      <a:pt x="536" y="25"/>
                      <a:pt x="477" y="13"/>
                      <a:pt x="405" y="13"/>
                    </a:cubicBezTo>
                    <a:cubicBezTo>
                      <a:pt x="358" y="13"/>
                      <a:pt x="310" y="25"/>
                      <a:pt x="251" y="37"/>
                    </a:cubicBezTo>
                    <a:cubicBezTo>
                      <a:pt x="203" y="60"/>
                      <a:pt x="167" y="84"/>
                      <a:pt x="120" y="120"/>
                    </a:cubicBezTo>
                    <a:cubicBezTo>
                      <a:pt x="84" y="156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77"/>
                    </a:cubicBezTo>
                    <a:cubicBezTo>
                      <a:pt x="1" y="572"/>
                      <a:pt x="12" y="656"/>
                      <a:pt x="48" y="727"/>
                    </a:cubicBezTo>
                    <a:cubicBezTo>
                      <a:pt x="72" y="811"/>
                      <a:pt x="120" y="870"/>
                      <a:pt x="191" y="918"/>
                    </a:cubicBezTo>
                    <a:cubicBezTo>
                      <a:pt x="251" y="965"/>
                      <a:pt x="334" y="989"/>
                      <a:pt x="441" y="989"/>
                    </a:cubicBezTo>
                    <a:lnTo>
                      <a:pt x="489" y="989"/>
                    </a:lnTo>
                    <a:cubicBezTo>
                      <a:pt x="512" y="977"/>
                      <a:pt x="524" y="977"/>
                      <a:pt x="524" y="977"/>
                    </a:cubicBezTo>
                    <a:lnTo>
                      <a:pt x="524" y="799"/>
                    </a:lnTo>
                    <a:lnTo>
                      <a:pt x="441" y="799"/>
                    </a:lnTo>
                    <a:cubicBezTo>
                      <a:pt x="393" y="799"/>
                      <a:pt x="346" y="787"/>
                      <a:pt x="298" y="763"/>
                    </a:cubicBezTo>
                    <a:cubicBezTo>
                      <a:pt x="262" y="739"/>
                      <a:pt x="227" y="703"/>
                      <a:pt x="203" y="668"/>
                    </a:cubicBezTo>
                    <a:cubicBezTo>
                      <a:pt x="179" y="620"/>
                      <a:pt x="155" y="561"/>
                      <a:pt x="155" y="489"/>
                    </a:cubicBezTo>
                    <a:cubicBezTo>
                      <a:pt x="155" y="418"/>
                      <a:pt x="167" y="370"/>
                      <a:pt x="191" y="322"/>
                    </a:cubicBezTo>
                    <a:cubicBezTo>
                      <a:pt x="215" y="287"/>
                      <a:pt x="239" y="263"/>
                      <a:pt x="274" y="239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27"/>
                      <a:pt x="584" y="263"/>
                    </a:cubicBezTo>
                    <a:cubicBezTo>
                      <a:pt x="643" y="299"/>
                      <a:pt x="691" y="346"/>
                      <a:pt x="739" y="394"/>
                    </a:cubicBezTo>
                    <a:cubicBezTo>
                      <a:pt x="786" y="453"/>
                      <a:pt x="834" y="525"/>
                      <a:pt x="882" y="596"/>
                    </a:cubicBezTo>
                    <a:cubicBezTo>
                      <a:pt x="929" y="644"/>
                      <a:pt x="965" y="692"/>
                      <a:pt x="1001" y="739"/>
                    </a:cubicBezTo>
                    <a:cubicBezTo>
                      <a:pt x="1036" y="787"/>
                      <a:pt x="1084" y="834"/>
                      <a:pt x="1120" y="870"/>
                    </a:cubicBezTo>
                    <a:cubicBezTo>
                      <a:pt x="1167" y="918"/>
                      <a:pt x="1203" y="942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2" name="Google Shape;1102;p45"/>
              <p:cNvSpPr/>
              <p:nvPr/>
            </p:nvSpPr>
            <p:spPr>
              <a:xfrm>
                <a:off x="2462200" y="788255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810" y="191"/>
                    </a:moveTo>
                    <a:cubicBezTo>
                      <a:pt x="929" y="191"/>
                      <a:pt x="1024" y="203"/>
                      <a:pt x="1108" y="227"/>
                    </a:cubicBezTo>
                    <a:cubicBezTo>
                      <a:pt x="1191" y="239"/>
                      <a:pt x="1251" y="274"/>
                      <a:pt x="1286" y="310"/>
                    </a:cubicBezTo>
                    <a:cubicBezTo>
                      <a:pt x="1334" y="358"/>
                      <a:pt x="1358" y="417"/>
                      <a:pt x="1358" y="501"/>
                    </a:cubicBezTo>
                    <a:cubicBezTo>
                      <a:pt x="1358" y="584"/>
                      <a:pt x="1334" y="643"/>
                      <a:pt x="1298" y="691"/>
                    </a:cubicBezTo>
                    <a:cubicBezTo>
                      <a:pt x="1251" y="739"/>
                      <a:pt x="1191" y="763"/>
                      <a:pt x="1108" y="786"/>
                    </a:cubicBezTo>
                    <a:cubicBezTo>
                      <a:pt x="1024" y="798"/>
                      <a:pt x="929" y="810"/>
                      <a:pt x="810" y="810"/>
                    </a:cubicBezTo>
                    <a:lnTo>
                      <a:pt x="715" y="810"/>
                    </a:lnTo>
                    <a:cubicBezTo>
                      <a:pt x="584" y="810"/>
                      <a:pt x="489" y="798"/>
                      <a:pt x="405" y="786"/>
                    </a:cubicBezTo>
                    <a:cubicBezTo>
                      <a:pt x="322" y="774"/>
                      <a:pt x="262" y="739"/>
                      <a:pt x="227" y="691"/>
                    </a:cubicBezTo>
                    <a:cubicBezTo>
                      <a:pt x="179" y="643"/>
                      <a:pt x="167" y="584"/>
                      <a:pt x="167" y="501"/>
                    </a:cubicBezTo>
                    <a:cubicBezTo>
                      <a:pt x="167" y="417"/>
                      <a:pt x="179" y="358"/>
                      <a:pt x="227" y="310"/>
                    </a:cubicBezTo>
                    <a:cubicBezTo>
                      <a:pt x="262" y="274"/>
                      <a:pt x="322" y="239"/>
                      <a:pt x="405" y="227"/>
                    </a:cubicBezTo>
                    <a:cubicBezTo>
                      <a:pt x="489" y="203"/>
                      <a:pt x="584" y="191"/>
                      <a:pt x="715" y="191"/>
                    </a:cubicBezTo>
                    <a:close/>
                    <a:moveTo>
                      <a:pt x="763" y="1"/>
                    </a:moveTo>
                    <a:cubicBezTo>
                      <a:pt x="608" y="1"/>
                      <a:pt x="489" y="12"/>
                      <a:pt x="393" y="36"/>
                    </a:cubicBezTo>
                    <a:cubicBezTo>
                      <a:pt x="298" y="60"/>
                      <a:pt x="215" y="96"/>
                      <a:pt x="155" y="131"/>
                    </a:cubicBezTo>
                    <a:cubicBezTo>
                      <a:pt x="108" y="179"/>
                      <a:pt x="60" y="227"/>
                      <a:pt x="36" y="286"/>
                    </a:cubicBezTo>
                    <a:cubicBezTo>
                      <a:pt x="12" y="358"/>
                      <a:pt x="1" y="429"/>
                      <a:pt x="1" y="501"/>
                    </a:cubicBezTo>
                    <a:cubicBezTo>
                      <a:pt x="1" y="584"/>
                      <a:pt x="12" y="655"/>
                      <a:pt x="36" y="715"/>
                    </a:cubicBezTo>
                    <a:cubicBezTo>
                      <a:pt x="60" y="774"/>
                      <a:pt x="108" y="834"/>
                      <a:pt x="155" y="870"/>
                    </a:cubicBezTo>
                    <a:cubicBezTo>
                      <a:pt x="215" y="917"/>
                      <a:pt x="298" y="953"/>
                      <a:pt x="393" y="977"/>
                    </a:cubicBezTo>
                    <a:cubicBezTo>
                      <a:pt x="489" y="1001"/>
                      <a:pt x="608" y="1013"/>
                      <a:pt x="763" y="1013"/>
                    </a:cubicBezTo>
                    <a:cubicBezTo>
                      <a:pt x="905" y="1013"/>
                      <a:pt x="1024" y="1001"/>
                      <a:pt x="1120" y="977"/>
                    </a:cubicBezTo>
                    <a:cubicBezTo>
                      <a:pt x="1215" y="953"/>
                      <a:pt x="1298" y="917"/>
                      <a:pt x="1358" y="870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55"/>
                      <a:pt x="1513" y="584"/>
                      <a:pt x="1513" y="501"/>
                    </a:cubicBezTo>
                    <a:cubicBezTo>
                      <a:pt x="1513" y="417"/>
                      <a:pt x="1501" y="346"/>
                      <a:pt x="1477" y="286"/>
                    </a:cubicBezTo>
                    <a:cubicBezTo>
                      <a:pt x="1453" y="227"/>
                      <a:pt x="1405" y="179"/>
                      <a:pt x="1358" y="131"/>
                    </a:cubicBezTo>
                    <a:cubicBezTo>
                      <a:pt x="1298" y="96"/>
                      <a:pt x="1215" y="60"/>
                      <a:pt x="1120" y="36"/>
                    </a:cubicBezTo>
                    <a:cubicBezTo>
                      <a:pt x="1024" y="12"/>
                      <a:pt x="905" y="1"/>
                      <a:pt x="7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3" name="Google Shape;1103;p45"/>
              <p:cNvSpPr/>
              <p:nvPr/>
            </p:nvSpPr>
            <p:spPr>
              <a:xfrm>
                <a:off x="2462200" y="7851900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1310" y="0"/>
                    </a:moveTo>
                    <a:lnTo>
                      <a:pt x="1310" y="774"/>
                    </a:lnTo>
                    <a:cubicBezTo>
                      <a:pt x="1274" y="774"/>
                      <a:pt x="1251" y="750"/>
                      <a:pt x="1215" y="715"/>
                    </a:cubicBezTo>
                    <a:cubicBezTo>
                      <a:pt x="1179" y="691"/>
                      <a:pt x="1144" y="655"/>
                      <a:pt x="1108" y="607"/>
                    </a:cubicBezTo>
                    <a:cubicBezTo>
                      <a:pt x="1072" y="560"/>
                      <a:pt x="1048" y="512"/>
                      <a:pt x="1013" y="476"/>
                    </a:cubicBezTo>
                    <a:cubicBezTo>
                      <a:pt x="965" y="405"/>
                      <a:pt x="929" y="345"/>
                      <a:pt x="882" y="286"/>
                    </a:cubicBezTo>
                    <a:cubicBezTo>
                      <a:pt x="834" y="238"/>
                      <a:pt x="798" y="191"/>
                      <a:pt x="751" y="143"/>
                    </a:cubicBezTo>
                    <a:cubicBezTo>
                      <a:pt x="703" y="107"/>
                      <a:pt x="643" y="72"/>
                      <a:pt x="596" y="48"/>
                    </a:cubicBezTo>
                    <a:cubicBezTo>
                      <a:pt x="536" y="24"/>
                      <a:pt x="477" y="12"/>
                      <a:pt x="405" y="12"/>
                    </a:cubicBezTo>
                    <a:cubicBezTo>
                      <a:pt x="358" y="12"/>
                      <a:pt x="310" y="24"/>
                      <a:pt x="251" y="36"/>
                    </a:cubicBezTo>
                    <a:cubicBezTo>
                      <a:pt x="203" y="60"/>
                      <a:pt x="167" y="84"/>
                      <a:pt x="120" y="119"/>
                    </a:cubicBezTo>
                    <a:cubicBezTo>
                      <a:pt x="84" y="167"/>
                      <a:pt x="60" y="214"/>
                      <a:pt x="36" y="274"/>
                    </a:cubicBezTo>
                    <a:cubicBezTo>
                      <a:pt x="12" y="322"/>
                      <a:pt x="1" y="393"/>
                      <a:pt x="1" y="476"/>
                    </a:cubicBezTo>
                    <a:cubicBezTo>
                      <a:pt x="1" y="572"/>
                      <a:pt x="12" y="655"/>
                      <a:pt x="48" y="726"/>
                    </a:cubicBezTo>
                    <a:cubicBezTo>
                      <a:pt x="72" y="810"/>
                      <a:pt x="120" y="869"/>
                      <a:pt x="191" y="917"/>
                    </a:cubicBezTo>
                    <a:cubicBezTo>
                      <a:pt x="251" y="965"/>
                      <a:pt x="334" y="988"/>
                      <a:pt x="441" y="988"/>
                    </a:cubicBezTo>
                    <a:lnTo>
                      <a:pt x="489" y="988"/>
                    </a:lnTo>
                    <a:cubicBezTo>
                      <a:pt x="512" y="988"/>
                      <a:pt x="524" y="976"/>
                      <a:pt x="524" y="976"/>
                    </a:cubicBezTo>
                    <a:lnTo>
                      <a:pt x="524" y="798"/>
                    </a:lnTo>
                    <a:lnTo>
                      <a:pt x="441" y="798"/>
                    </a:lnTo>
                    <a:cubicBezTo>
                      <a:pt x="393" y="798"/>
                      <a:pt x="346" y="786"/>
                      <a:pt x="298" y="762"/>
                    </a:cubicBezTo>
                    <a:cubicBezTo>
                      <a:pt x="262" y="750"/>
                      <a:pt x="227" y="715"/>
                      <a:pt x="203" y="667"/>
                    </a:cubicBezTo>
                    <a:cubicBezTo>
                      <a:pt x="179" y="619"/>
                      <a:pt x="155" y="560"/>
                      <a:pt x="155" y="488"/>
                    </a:cubicBezTo>
                    <a:cubicBezTo>
                      <a:pt x="155" y="429"/>
                      <a:pt x="167" y="369"/>
                      <a:pt x="191" y="334"/>
                    </a:cubicBezTo>
                    <a:cubicBezTo>
                      <a:pt x="215" y="286"/>
                      <a:pt x="239" y="262"/>
                      <a:pt x="274" y="238"/>
                    </a:cubicBezTo>
                    <a:cubicBezTo>
                      <a:pt x="310" y="214"/>
                      <a:pt x="358" y="203"/>
                      <a:pt x="393" y="203"/>
                    </a:cubicBezTo>
                    <a:cubicBezTo>
                      <a:pt x="465" y="203"/>
                      <a:pt x="524" y="226"/>
                      <a:pt x="584" y="262"/>
                    </a:cubicBezTo>
                    <a:cubicBezTo>
                      <a:pt x="643" y="298"/>
                      <a:pt x="691" y="345"/>
                      <a:pt x="739" y="405"/>
                    </a:cubicBezTo>
                    <a:cubicBezTo>
                      <a:pt x="786" y="465"/>
                      <a:pt x="834" y="524"/>
                      <a:pt x="882" y="595"/>
                    </a:cubicBezTo>
                    <a:cubicBezTo>
                      <a:pt x="929" y="643"/>
                      <a:pt x="965" y="691"/>
                      <a:pt x="1001" y="738"/>
                    </a:cubicBezTo>
                    <a:cubicBezTo>
                      <a:pt x="1036" y="798"/>
                      <a:pt x="1084" y="834"/>
                      <a:pt x="1120" y="881"/>
                    </a:cubicBezTo>
                    <a:cubicBezTo>
                      <a:pt x="1167" y="917"/>
                      <a:pt x="1203" y="941"/>
                      <a:pt x="1263" y="976"/>
                    </a:cubicBezTo>
                    <a:cubicBezTo>
                      <a:pt x="1310" y="988"/>
                      <a:pt x="1358" y="1000"/>
                      <a:pt x="1417" y="1000"/>
                    </a:cubicBezTo>
                    <a:lnTo>
                      <a:pt x="1477" y="100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4" name="Google Shape;1104;p45"/>
              <p:cNvSpPr/>
              <p:nvPr/>
            </p:nvSpPr>
            <p:spPr>
              <a:xfrm>
                <a:off x="2462200" y="782182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24"/>
                    </a:cubicBezTo>
                    <a:cubicBezTo>
                      <a:pt x="203" y="48"/>
                      <a:pt x="167" y="72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58"/>
                      <a:pt x="191" y="906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51"/>
                    </a:cubicBezTo>
                    <a:cubicBezTo>
                      <a:pt x="262" y="739"/>
                      <a:pt x="227" y="703"/>
                      <a:pt x="203" y="656"/>
                    </a:cubicBezTo>
                    <a:cubicBezTo>
                      <a:pt x="179" y="608"/>
                      <a:pt x="155" y="548"/>
                      <a:pt x="155" y="477"/>
                    </a:cubicBezTo>
                    <a:cubicBezTo>
                      <a:pt x="155" y="417"/>
                      <a:pt x="167" y="358"/>
                      <a:pt x="191" y="322"/>
                    </a:cubicBezTo>
                    <a:cubicBezTo>
                      <a:pt x="215" y="275"/>
                      <a:pt x="239" y="251"/>
                      <a:pt x="274" y="227"/>
                    </a:cubicBezTo>
                    <a:cubicBezTo>
                      <a:pt x="310" y="203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6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48"/>
                      <a:pt x="1048" y="513"/>
                      <a:pt x="1013" y="465"/>
                    </a:cubicBezTo>
                    <a:cubicBezTo>
                      <a:pt x="965" y="394"/>
                      <a:pt x="929" y="334"/>
                      <a:pt x="882" y="286"/>
                    </a:cubicBezTo>
                    <a:cubicBezTo>
                      <a:pt x="834" y="227"/>
                      <a:pt x="798" y="179"/>
                      <a:pt x="751" y="132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5" name="Google Shape;1105;p45"/>
              <p:cNvSpPr/>
              <p:nvPr/>
            </p:nvSpPr>
            <p:spPr>
              <a:xfrm>
                <a:off x="2462800" y="7781650"/>
                <a:ext cx="366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906" extrusionOk="0">
                    <a:moveTo>
                      <a:pt x="1298" y="0"/>
                    </a:moveTo>
                    <a:lnTo>
                      <a:pt x="1298" y="346"/>
                    </a:lnTo>
                    <a:lnTo>
                      <a:pt x="0" y="346"/>
                    </a:lnTo>
                    <a:lnTo>
                      <a:pt x="0" y="429"/>
                    </a:lnTo>
                    <a:cubicBezTo>
                      <a:pt x="36" y="477"/>
                      <a:pt x="72" y="524"/>
                      <a:pt x="96" y="572"/>
                    </a:cubicBezTo>
                    <a:cubicBezTo>
                      <a:pt x="119" y="631"/>
                      <a:pt x="143" y="679"/>
                      <a:pt x="155" y="739"/>
                    </a:cubicBezTo>
                    <a:cubicBezTo>
                      <a:pt x="167" y="798"/>
                      <a:pt x="167" y="846"/>
                      <a:pt x="179" y="905"/>
                    </a:cubicBezTo>
                    <a:lnTo>
                      <a:pt x="298" y="905"/>
                    </a:lnTo>
                    <a:lnTo>
                      <a:pt x="298" y="536"/>
                    </a:lnTo>
                    <a:lnTo>
                      <a:pt x="1298" y="536"/>
                    </a:lnTo>
                    <a:lnTo>
                      <a:pt x="1298" y="893"/>
                    </a:lnTo>
                    <a:lnTo>
                      <a:pt x="1465" y="893"/>
                    </a:lnTo>
                    <a:lnTo>
                      <a:pt x="14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6" name="Google Shape;1106;p45"/>
              <p:cNvSpPr/>
              <p:nvPr/>
            </p:nvSpPr>
            <p:spPr>
              <a:xfrm>
                <a:off x="2462200" y="775217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36"/>
                    </a:cubicBezTo>
                    <a:cubicBezTo>
                      <a:pt x="203" y="48"/>
                      <a:pt x="167" y="84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70"/>
                      <a:pt x="191" y="905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63"/>
                    </a:cubicBezTo>
                    <a:cubicBezTo>
                      <a:pt x="262" y="739"/>
                      <a:pt x="227" y="703"/>
                      <a:pt x="203" y="655"/>
                    </a:cubicBezTo>
                    <a:cubicBezTo>
                      <a:pt x="179" y="620"/>
                      <a:pt x="155" y="548"/>
                      <a:pt x="155" y="477"/>
                    </a:cubicBezTo>
                    <a:cubicBezTo>
                      <a:pt x="155" y="417"/>
                      <a:pt x="167" y="370"/>
                      <a:pt x="191" y="322"/>
                    </a:cubicBezTo>
                    <a:cubicBezTo>
                      <a:pt x="215" y="286"/>
                      <a:pt x="239" y="251"/>
                      <a:pt x="274" y="227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5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60"/>
                      <a:pt x="1048" y="513"/>
                      <a:pt x="1013" y="465"/>
                    </a:cubicBezTo>
                    <a:cubicBezTo>
                      <a:pt x="965" y="405"/>
                      <a:pt x="929" y="346"/>
                      <a:pt x="882" y="286"/>
                    </a:cubicBezTo>
                    <a:cubicBezTo>
                      <a:pt x="834" y="227"/>
                      <a:pt x="798" y="179"/>
                      <a:pt x="751" y="143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7" name="Google Shape;1107;p45"/>
              <p:cNvSpPr/>
              <p:nvPr/>
            </p:nvSpPr>
            <p:spPr>
              <a:xfrm>
                <a:off x="2462200" y="77215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96" y="0"/>
                    </a:moveTo>
                    <a:cubicBezTo>
                      <a:pt x="1001" y="0"/>
                      <a:pt x="917" y="24"/>
                      <a:pt x="858" y="84"/>
                    </a:cubicBezTo>
                    <a:cubicBezTo>
                      <a:pt x="798" y="131"/>
                      <a:pt x="763" y="203"/>
                      <a:pt x="739" y="274"/>
                    </a:cubicBezTo>
                    <a:lnTo>
                      <a:pt x="727" y="274"/>
                    </a:lnTo>
                    <a:cubicBezTo>
                      <a:pt x="715" y="238"/>
                      <a:pt x="691" y="191"/>
                      <a:pt x="655" y="155"/>
                    </a:cubicBezTo>
                    <a:cubicBezTo>
                      <a:pt x="632" y="119"/>
                      <a:pt x="596" y="96"/>
                      <a:pt x="548" y="72"/>
                    </a:cubicBezTo>
                    <a:cubicBezTo>
                      <a:pt x="512" y="48"/>
                      <a:pt x="453" y="36"/>
                      <a:pt x="393" y="36"/>
                    </a:cubicBezTo>
                    <a:cubicBezTo>
                      <a:pt x="310" y="36"/>
                      <a:pt x="239" y="48"/>
                      <a:pt x="179" y="96"/>
                    </a:cubicBezTo>
                    <a:cubicBezTo>
                      <a:pt x="120" y="131"/>
                      <a:pt x="84" y="191"/>
                      <a:pt x="48" y="262"/>
                    </a:cubicBezTo>
                    <a:cubicBezTo>
                      <a:pt x="24" y="334"/>
                      <a:pt x="1" y="417"/>
                      <a:pt x="1" y="512"/>
                    </a:cubicBezTo>
                    <a:cubicBezTo>
                      <a:pt x="1" y="607"/>
                      <a:pt x="24" y="691"/>
                      <a:pt x="60" y="762"/>
                    </a:cubicBezTo>
                    <a:cubicBezTo>
                      <a:pt x="84" y="834"/>
                      <a:pt x="131" y="893"/>
                      <a:pt x="191" y="929"/>
                    </a:cubicBezTo>
                    <a:cubicBezTo>
                      <a:pt x="262" y="977"/>
                      <a:pt x="334" y="1000"/>
                      <a:pt x="405" y="1000"/>
                    </a:cubicBezTo>
                    <a:lnTo>
                      <a:pt x="453" y="1000"/>
                    </a:lnTo>
                    <a:lnTo>
                      <a:pt x="453" y="810"/>
                    </a:lnTo>
                    <a:lnTo>
                      <a:pt x="417" y="810"/>
                    </a:lnTo>
                    <a:cubicBezTo>
                      <a:pt x="358" y="810"/>
                      <a:pt x="310" y="798"/>
                      <a:pt x="274" y="762"/>
                    </a:cubicBezTo>
                    <a:cubicBezTo>
                      <a:pt x="239" y="738"/>
                      <a:pt x="203" y="703"/>
                      <a:pt x="191" y="655"/>
                    </a:cubicBezTo>
                    <a:cubicBezTo>
                      <a:pt x="167" y="607"/>
                      <a:pt x="155" y="560"/>
                      <a:pt x="155" y="500"/>
                    </a:cubicBezTo>
                    <a:cubicBezTo>
                      <a:pt x="155" y="453"/>
                      <a:pt x="167" y="405"/>
                      <a:pt x="191" y="369"/>
                    </a:cubicBezTo>
                    <a:cubicBezTo>
                      <a:pt x="203" y="322"/>
                      <a:pt x="227" y="286"/>
                      <a:pt x="262" y="262"/>
                    </a:cubicBezTo>
                    <a:cubicBezTo>
                      <a:pt x="298" y="238"/>
                      <a:pt x="346" y="226"/>
                      <a:pt x="405" y="226"/>
                    </a:cubicBezTo>
                    <a:cubicBezTo>
                      <a:pt x="465" y="226"/>
                      <a:pt x="512" y="238"/>
                      <a:pt x="560" y="274"/>
                    </a:cubicBezTo>
                    <a:cubicBezTo>
                      <a:pt x="596" y="298"/>
                      <a:pt x="620" y="334"/>
                      <a:pt x="643" y="381"/>
                    </a:cubicBezTo>
                    <a:cubicBezTo>
                      <a:pt x="655" y="429"/>
                      <a:pt x="667" y="477"/>
                      <a:pt x="667" y="524"/>
                    </a:cubicBezTo>
                    <a:lnTo>
                      <a:pt x="667" y="691"/>
                    </a:lnTo>
                    <a:lnTo>
                      <a:pt x="822" y="691"/>
                    </a:lnTo>
                    <a:lnTo>
                      <a:pt x="822" y="536"/>
                    </a:lnTo>
                    <a:cubicBezTo>
                      <a:pt x="822" y="477"/>
                      <a:pt x="822" y="417"/>
                      <a:pt x="846" y="369"/>
                    </a:cubicBezTo>
                    <a:cubicBezTo>
                      <a:pt x="858" y="322"/>
                      <a:pt x="882" y="274"/>
                      <a:pt x="917" y="238"/>
                    </a:cubicBezTo>
                    <a:cubicBezTo>
                      <a:pt x="953" y="215"/>
                      <a:pt x="1013" y="191"/>
                      <a:pt x="1084" y="191"/>
                    </a:cubicBezTo>
                    <a:cubicBezTo>
                      <a:pt x="1179" y="191"/>
                      <a:pt x="1239" y="226"/>
                      <a:pt x="1286" y="286"/>
                    </a:cubicBezTo>
                    <a:cubicBezTo>
                      <a:pt x="1334" y="346"/>
                      <a:pt x="1358" y="429"/>
                      <a:pt x="1358" y="524"/>
                    </a:cubicBezTo>
                    <a:cubicBezTo>
                      <a:pt x="1358" y="619"/>
                      <a:pt x="1334" y="703"/>
                      <a:pt x="1286" y="750"/>
                    </a:cubicBezTo>
                    <a:cubicBezTo>
                      <a:pt x="1239" y="810"/>
                      <a:pt x="1167" y="834"/>
                      <a:pt x="1084" y="834"/>
                    </a:cubicBezTo>
                    <a:lnTo>
                      <a:pt x="1048" y="834"/>
                    </a:lnTo>
                    <a:lnTo>
                      <a:pt x="1048" y="1024"/>
                    </a:lnTo>
                    <a:lnTo>
                      <a:pt x="1084" y="1024"/>
                    </a:lnTo>
                    <a:cubicBezTo>
                      <a:pt x="1167" y="1024"/>
                      <a:pt x="1251" y="1012"/>
                      <a:pt x="1310" y="965"/>
                    </a:cubicBezTo>
                    <a:cubicBezTo>
                      <a:pt x="1370" y="929"/>
                      <a:pt x="1417" y="869"/>
                      <a:pt x="1453" y="798"/>
                    </a:cubicBezTo>
                    <a:cubicBezTo>
                      <a:pt x="1489" y="715"/>
                      <a:pt x="1513" y="619"/>
                      <a:pt x="1513" y="512"/>
                    </a:cubicBezTo>
                    <a:cubicBezTo>
                      <a:pt x="1513" y="405"/>
                      <a:pt x="1489" y="322"/>
                      <a:pt x="1465" y="250"/>
                    </a:cubicBezTo>
                    <a:cubicBezTo>
                      <a:pt x="1429" y="167"/>
                      <a:pt x="1382" y="107"/>
                      <a:pt x="1322" y="72"/>
                    </a:cubicBezTo>
                    <a:cubicBezTo>
                      <a:pt x="1251" y="24"/>
                      <a:pt x="1179" y="0"/>
                      <a:pt x="10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8" name="Google Shape;1108;p45"/>
              <p:cNvSpPr/>
              <p:nvPr/>
            </p:nvSpPr>
            <p:spPr>
              <a:xfrm>
                <a:off x="2462200" y="7679550"/>
                <a:ext cx="369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61" extrusionOk="0">
                    <a:moveTo>
                      <a:pt x="965" y="0"/>
                    </a:moveTo>
                    <a:lnTo>
                      <a:pt x="965" y="191"/>
                    </a:lnTo>
                    <a:lnTo>
                      <a:pt x="215" y="191"/>
                    </a:lnTo>
                    <a:lnTo>
                      <a:pt x="215" y="286"/>
                    </a:lnTo>
                    <a:cubicBezTo>
                      <a:pt x="239" y="298"/>
                      <a:pt x="262" y="298"/>
                      <a:pt x="286" y="310"/>
                    </a:cubicBezTo>
                    <a:cubicBezTo>
                      <a:pt x="310" y="310"/>
                      <a:pt x="334" y="322"/>
                      <a:pt x="358" y="334"/>
                    </a:cubicBezTo>
                    <a:lnTo>
                      <a:pt x="441" y="358"/>
                    </a:lnTo>
                    <a:cubicBezTo>
                      <a:pt x="465" y="370"/>
                      <a:pt x="489" y="370"/>
                      <a:pt x="512" y="381"/>
                    </a:cubicBezTo>
                    <a:lnTo>
                      <a:pt x="965" y="381"/>
                    </a:lnTo>
                    <a:lnTo>
                      <a:pt x="965" y="882"/>
                    </a:lnTo>
                    <a:cubicBezTo>
                      <a:pt x="953" y="858"/>
                      <a:pt x="917" y="834"/>
                      <a:pt x="870" y="810"/>
                    </a:cubicBezTo>
                    <a:cubicBezTo>
                      <a:pt x="822" y="786"/>
                      <a:pt x="763" y="751"/>
                      <a:pt x="691" y="727"/>
                    </a:cubicBezTo>
                    <a:cubicBezTo>
                      <a:pt x="632" y="691"/>
                      <a:pt x="560" y="655"/>
                      <a:pt x="477" y="620"/>
                    </a:cubicBezTo>
                    <a:cubicBezTo>
                      <a:pt x="405" y="596"/>
                      <a:pt x="322" y="560"/>
                      <a:pt x="239" y="536"/>
                    </a:cubicBezTo>
                    <a:cubicBezTo>
                      <a:pt x="167" y="512"/>
                      <a:pt x="84" y="489"/>
                      <a:pt x="1" y="465"/>
                    </a:cubicBezTo>
                    <a:lnTo>
                      <a:pt x="1" y="667"/>
                    </a:lnTo>
                    <a:cubicBezTo>
                      <a:pt x="120" y="691"/>
                      <a:pt x="239" y="727"/>
                      <a:pt x="346" y="762"/>
                    </a:cubicBezTo>
                    <a:cubicBezTo>
                      <a:pt x="453" y="798"/>
                      <a:pt x="560" y="846"/>
                      <a:pt x="667" y="893"/>
                    </a:cubicBezTo>
                    <a:cubicBezTo>
                      <a:pt x="763" y="941"/>
                      <a:pt x="870" y="1001"/>
                      <a:pt x="977" y="1060"/>
                    </a:cubicBezTo>
                    <a:lnTo>
                      <a:pt x="1132" y="1060"/>
                    </a:lnTo>
                    <a:lnTo>
                      <a:pt x="1132" y="381"/>
                    </a:lnTo>
                    <a:lnTo>
                      <a:pt x="1477" y="381"/>
                    </a:lnTo>
                    <a:lnTo>
                      <a:pt x="1477" y="191"/>
                    </a:lnTo>
                    <a:lnTo>
                      <a:pt x="1120" y="191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9" name="Google Shape;1109;p45"/>
              <p:cNvSpPr/>
              <p:nvPr/>
            </p:nvSpPr>
            <p:spPr>
              <a:xfrm>
                <a:off x="2462800" y="7649775"/>
                <a:ext cx="372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013" extrusionOk="0">
                    <a:moveTo>
                      <a:pt x="977" y="1"/>
                    </a:moveTo>
                    <a:cubicBezTo>
                      <a:pt x="869" y="1"/>
                      <a:pt x="786" y="25"/>
                      <a:pt x="715" y="60"/>
                    </a:cubicBezTo>
                    <a:cubicBezTo>
                      <a:pt x="643" y="96"/>
                      <a:pt x="596" y="156"/>
                      <a:pt x="560" y="227"/>
                    </a:cubicBezTo>
                    <a:cubicBezTo>
                      <a:pt x="524" y="287"/>
                      <a:pt x="512" y="370"/>
                      <a:pt x="512" y="453"/>
                    </a:cubicBezTo>
                    <a:cubicBezTo>
                      <a:pt x="512" y="501"/>
                      <a:pt x="524" y="549"/>
                      <a:pt x="524" y="584"/>
                    </a:cubicBezTo>
                    <a:cubicBezTo>
                      <a:pt x="536" y="632"/>
                      <a:pt x="560" y="656"/>
                      <a:pt x="572" y="691"/>
                    </a:cubicBezTo>
                    <a:cubicBezTo>
                      <a:pt x="596" y="727"/>
                      <a:pt x="608" y="751"/>
                      <a:pt x="631" y="775"/>
                    </a:cubicBezTo>
                    <a:lnTo>
                      <a:pt x="179" y="739"/>
                    </a:lnTo>
                    <a:lnTo>
                      <a:pt x="179" y="72"/>
                    </a:lnTo>
                    <a:lnTo>
                      <a:pt x="0" y="72"/>
                    </a:lnTo>
                    <a:lnTo>
                      <a:pt x="0" y="906"/>
                    </a:lnTo>
                    <a:lnTo>
                      <a:pt x="810" y="965"/>
                    </a:lnTo>
                    <a:lnTo>
                      <a:pt x="834" y="787"/>
                    </a:lnTo>
                    <a:cubicBezTo>
                      <a:pt x="798" y="763"/>
                      <a:pt x="774" y="739"/>
                      <a:pt x="750" y="715"/>
                    </a:cubicBezTo>
                    <a:cubicBezTo>
                      <a:pt x="727" y="680"/>
                      <a:pt x="703" y="644"/>
                      <a:pt x="691" y="608"/>
                    </a:cubicBezTo>
                    <a:cubicBezTo>
                      <a:pt x="679" y="572"/>
                      <a:pt x="667" y="525"/>
                      <a:pt x="667" y="489"/>
                    </a:cubicBezTo>
                    <a:cubicBezTo>
                      <a:pt x="667" y="429"/>
                      <a:pt x="679" y="382"/>
                      <a:pt x="703" y="334"/>
                    </a:cubicBezTo>
                    <a:cubicBezTo>
                      <a:pt x="727" y="287"/>
                      <a:pt x="762" y="251"/>
                      <a:pt x="810" y="227"/>
                    </a:cubicBezTo>
                    <a:cubicBezTo>
                      <a:pt x="858" y="203"/>
                      <a:pt x="917" y="191"/>
                      <a:pt x="989" y="191"/>
                    </a:cubicBezTo>
                    <a:cubicBezTo>
                      <a:pt x="1060" y="191"/>
                      <a:pt x="1131" y="203"/>
                      <a:pt x="1179" y="239"/>
                    </a:cubicBezTo>
                    <a:cubicBezTo>
                      <a:pt x="1227" y="263"/>
                      <a:pt x="1262" y="299"/>
                      <a:pt x="1286" y="346"/>
                    </a:cubicBezTo>
                    <a:cubicBezTo>
                      <a:pt x="1310" y="394"/>
                      <a:pt x="1322" y="441"/>
                      <a:pt x="1322" y="501"/>
                    </a:cubicBezTo>
                    <a:cubicBezTo>
                      <a:pt x="1322" y="560"/>
                      <a:pt x="1310" y="620"/>
                      <a:pt x="1286" y="668"/>
                    </a:cubicBezTo>
                    <a:cubicBezTo>
                      <a:pt x="1262" y="715"/>
                      <a:pt x="1227" y="751"/>
                      <a:pt x="1179" y="787"/>
                    </a:cubicBezTo>
                    <a:cubicBezTo>
                      <a:pt x="1131" y="810"/>
                      <a:pt x="1072" y="822"/>
                      <a:pt x="1012" y="822"/>
                    </a:cubicBezTo>
                    <a:lnTo>
                      <a:pt x="1012" y="1013"/>
                    </a:lnTo>
                    <a:cubicBezTo>
                      <a:pt x="1108" y="1013"/>
                      <a:pt x="1191" y="989"/>
                      <a:pt x="1262" y="953"/>
                    </a:cubicBezTo>
                    <a:cubicBezTo>
                      <a:pt x="1334" y="906"/>
                      <a:pt x="1393" y="846"/>
                      <a:pt x="1429" y="775"/>
                    </a:cubicBezTo>
                    <a:cubicBezTo>
                      <a:pt x="1465" y="691"/>
                      <a:pt x="1489" y="608"/>
                      <a:pt x="1489" y="501"/>
                    </a:cubicBezTo>
                    <a:cubicBezTo>
                      <a:pt x="1489" y="406"/>
                      <a:pt x="1465" y="310"/>
                      <a:pt x="1429" y="239"/>
                    </a:cubicBezTo>
                    <a:cubicBezTo>
                      <a:pt x="1381" y="168"/>
                      <a:pt x="1322" y="108"/>
                      <a:pt x="1250" y="60"/>
                    </a:cubicBezTo>
                    <a:cubicBezTo>
                      <a:pt x="1179" y="25"/>
                      <a:pt x="1084" y="1"/>
                      <a:pt x="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0" name="Google Shape;1110;p45"/>
              <p:cNvSpPr/>
              <p:nvPr/>
            </p:nvSpPr>
            <p:spPr>
              <a:xfrm>
                <a:off x="2462200" y="76191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24" y="191"/>
                    </a:moveTo>
                    <a:cubicBezTo>
                      <a:pt x="1084" y="191"/>
                      <a:pt x="1132" y="203"/>
                      <a:pt x="1191" y="227"/>
                    </a:cubicBezTo>
                    <a:cubicBezTo>
                      <a:pt x="1239" y="251"/>
                      <a:pt x="1274" y="286"/>
                      <a:pt x="1310" y="334"/>
                    </a:cubicBezTo>
                    <a:cubicBezTo>
                      <a:pt x="1334" y="370"/>
                      <a:pt x="1358" y="429"/>
                      <a:pt x="1358" y="501"/>
                    </a:cubicBezTo>
                    <a:cubicBezTo>
                      <a:pt x="1358" y="572"/>
                      <a:pt x="1334" y="632"/>
                      <a:pt x="1310" y="679"/>
                    </a:cubicBezTo>
                    <a:cubicBezTo>
                      <a:pt x="1274" y="715"/>
                      <a:pt x="1239" y="751"/>
                      <a:pt x="1191" y="774"/>
                    </a:cubicBezTo>
                    <a:cubicBezTo>
                      <a:pt x="1144" y="798"/>
                      <a:pt x="1084" y="810"/>
                      <a:pt x="1024" y="810"/>
                    </a:cubicBezTo>
                    <a:cubicBezTo>
                      <a:pt x="965" y="810"/>
                      <a:pt x="917" y="798"/>
                      <a:pt x="858" y="774"/>
                    </a:cubicBezTo>
                    <a:cubicBezTo>
                      <a:pt x="810" y="751"/>
                      <a:pt x="774" y="715"/>
                      <a:pt x="751" y="667"/>
                    </a:cubicBezTo>
                    <a:cubicBezTo>
                      <a:pt x="715" y="620"/>
                      <a:pt x="703" y="560"/>
                      <a:pt x="703" y="501"/>
                    </a:cubicBezTo>
                    <a:cubicBezTo>
                      <a:pt x="703" y="429"/>
                      <a:pt x="715" y="370"/>
                      <a:pt x="739" y="322"/>
                    </a:cubicBezTo>
                    <a:cubicBezTo>
                      <a:pt x="774" y="274"/>
                      <a:pt x="810" y="251"/>
                      <a:pt x="858" y="227"/>
                    </a:cubicBezTo>
                    <a:cubicBezTo>
                      <a:pt x="905" y="203"/>
                      <a:pt x="965" y="191"/>
                      <a:pt x="1024" y="191"/>
                    </a:cubicBezTo>
                    <a:close/>
                    <a:moveTo>
                      <a:pt x="1024" y="1"/>
                    </a:moveTo>
                    <a:cubicBezTo>
                      <a:pt x="929" y="1"/>
                      <a:pt x="858" y="24"/>
                      <a:pt x="786" y="48"/>
                    </a:cubicBezTo>
                    <a:cubicBezTo>
                      <a:pt x="703" y="84"/>
                      <a:pt x="655" y="131"/>
                      <a:pt x="608" y="203"/>
                    </a:cubicBezTo>
                    <a:cubicBezTo>
                      <a:pt x="572" y="274"/>
                      <a:pt x="548" y="358"/>
                      <a:pt x="548" y="465"/>
                    </a:cubicBezTo>
                    <a:cubicBezTo>
                      <a:pt x="548" y="512"/>
                      <a:pt x="560" y="572"/>
                      <a:pt x="572" y="620"/>
                    </a:cubicBezTo>
                    <a:cubicBezTo>
                      <a:pt x="584" y="667"/>
                      <a:pt x="608" y="715"/>
                      <a:pt x="632" y="751"/>
                    </a:cubicBezTo>
                    <a:cubicBezTo>
                      <a:pt x="667" y="786"/>
                      <a:pt x="691" y="810"/>
                      <a:pt x="727" y="834"/>
                    </a:cubicBezTo>
                    <a:cubicBezTo>
                      <a:pt x="608" y="834"/>
                      <a:pt x="501" y="822"/>
                      <a:pt x="417" y="798"/>
                    </a:cubicBezTo>
                    <a:cubicBezTo>
                      <a:pt x="334" y="786"/>
                      <a:pt x="274" y="751"/>
                      <a:pt x="227" y="703"/>
                    </a:cubicBezTo>
                    <a:cubicBezTo>
                      <a:pt x="179" y="655"/>
                      <a:pt x="155" y="596"/>
                      <a:pt x="155" y="501"/>
                    </a:cubicBezTo>
                    <a:cubicBezTo>
                      <a:pt x="155" y="453"/>
                      <a:pt x="167" y="393"/>
                      <a:pt x="191" y="358"/>
                    </a:cubicBezTo>
                    <a:cubicBezTo>
                      <a:pt x="215" y="322"/>
                      <a:pt x="251" y="286"/>
                      <a:pt x="286" y="274"/>
                    </a:cubicBezTo>
                    <a:cubicBezTo>
                      <a:pt x="334" y="251"/>
                      <a:pt x="393" y="251"/>
                      <a:pt x="453" y="251"/>
                    </a:cubicBezTo>
                    <a:lnTo>
                      <a:pt x="453" y="60"/>
                    </a:lnTo>
                    <a:cubicBezTo>
                      <a:pt x="370" y="60"/>
                      <a:pt x="286" y="72"/>
                      <a:pt x="227" y="96"/>
                    </a:cubicBezTo>
                    <a:cubicBezTo>
                      <a:pt x="155" y="131"/>
                      <a:pt x="108" y="179"/>
                      <a:pt x="60" y="239"/>
                    </a:cubicBezTo>
                    <a:cubicBezTo>
                      <a:pt x="24" y="310"/>
                      <a:pt x="1" y="393"/>
                      <a:pt x="1" y="489"/>
                    </a:cubicBezTo>
                    <a:cubicBezTo>
                      <a:pt x="1" y="572"/>
                      <a:pt x="12" y="655"/>
                      <a:pt x="48" y="715"/>
                    </a:cubicBezTo>
                    <a:cubicBezTo>
                      <a:pt x="72" y="786"/>
                      <a:pt x="120" y="834"/>
                      <a:pt x="179" y="882"/>
                    </a:cubicBezTo>
                    <a:cubicBezTo>
                      <a:pt x="239" y="929"/>
                      <a:pt x="322" y="965"/>
                      <a:pt x="417" y="989"/>
                    </a:cubicBezTo>
                    <a:cubicBezTo>
                      <a:pt x="524" y="1013"/>
                      <a:pt x="643" y="1024"/>
                      <a:pt x="798" y="1024"/>
                    </a:cubicBezTo>
                    <a:cubicBezTo>
                      <a:pt x="929" y="1024"/>
                      <a:pt x="1048" y="1013"/>
                      <a:pt x="1144" y="989"/>
                    </a:cubicBezTo>
                    <a:cubicBezTo>
                      <a:pt x="1227" y="965"/>
                      <a:pt x="1298" y="929"/>
                      <a:pt x="1358" y="882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43"/>
                      <a:pt x="1513" y="572"/>
                      <a:pt x="1513" y="489"/>
                    </a:cubicBezTo>
                    <a:cubicBezTo>
                      <a:pt x="1513" y="393"/>
                      <a:pt x="1489" y="310"/>
                      <a:pt x="1453" y="239"/>
                    </a:cubicBezTo>
                    <a:cubicBezTo>
                      <a:pt x="1405" y="167"/>
                      <a:pt x="1346" y="108"/>
                      <a:pt x="1274" y="72"/>
                    </a:cubicBezTo>
                    <a:cubicBezTo>
                      <a:pt x="1203" y="24"/>
                      <a:pt x="1120" y="1"/>
                      <a:pt x="10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1" name="Google Shape;1111;p45"/>
              <p:cNvSpPr/>
              <p:nvPr/>
            </p:nvSpPr>
            <p:spPr>
              <a:xfrm>
                <a:off x="2462800" y="7577750"/>
                <a:ext cx="366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025" extrusionOk="0">
                    <a:moveTo>
                      <a:pt x="1453" y="798"/>
                    </a:moveTo>
                    <a:lnTo>
                      <a:pt x="1453" y="798"/>
                    </a:lnTo>
                    <a:lnTo>
                      <a:pt x="1465" y="798"/>
                    </a:lnTo>
                    <a:cubicBezTo>
                      <a:pt x="1461" y="798"/>
                      <a:pt x="1457" y="798"/>
                      <a:pt x="1453" y="798"/>
                    </a:cubicBezTo>
                    <a:close/>
                    <a:moveTo>
                      <a:pt x="0" y="1"/>
                    </a:moveTo>
                    <a:lnTo>
                      <a:pt x="0" y="1024"/>
                    </a:lnTo>
                    <a:lnTo>
                      <a:pt x="179" y="1024"/>
                    </a:lnTo>
                    <a:lnTo>
                      <a:pt x="179" y="239"/>
                    </a:lnTo>
                    <a:cubicBezTo>
                      <a:pt x="250" y="298"/>
                      <a:pt x="334" y="370"/>
                      <a:pt x="429" y="429"/>
                    </a:cubicBezTo>
                    <a:cubicBezTo>
                      <a:pt x="524" y="501"/>
                      <a:pt x="631" y="560"/>
                      <a:pt x="739" y="608"/>
                    </a:cubicBezTo>
                    <a:cubicBezTo>
                      <a:pt x="846" y="667"/>
                      <a:pt x="953" y="703"/>
                      <a:pt x="1084" y="739"/>
                    </a:cubicBezTo>
                    <a:cubicBezTo>
                      <a:pt x="1199" y="773"/>
                      <a:pt x="1326" y="797"/>
                      <a:pt x="1453" y="798"/>
                    </a:cubicBezTo>
                    <a:lnTo>
                      <a:pt x="1453" y="798"/>
                    </a:lnTo>
                    <a:lnTo>
                      <a:pt x="1453" y="596"/>
                    </a:lnTo>
                    <a:lnTo>
                      <a:pt x="1358" y="596"/>
                    </a:lnTo>
                    <a:cubicBezTo>
                      <a:pt x="1262" y="596"/>
                      <a:pt x="1179" y="584"/>
                      <a:pt x="1084" y="560"/>
                    </a:cubicBezTo>
                    <a:cubicBezTo>
                      <a:pt x="989" y="524"/>
                      <a:pt x="905" y="501"/>
                      <a:pt x="810" y="453"/>
                    </a:cubicBezTo>
                    <a:cubicBezTo>
                      <a:pt x="727" y="417"/>
                      <a:pt x="643" y="370"/>
                      <a:pt x="560" y="322"/>
                    </a:cubicBezTo>
                    <a:cubicBezTo>
                      <a:pt x="477" y="262"/>
                      <a:pt x="393" y="215"/>
                      <a:pt x="322" y="155"/>
                    </a:cubicBezTo>
                    <a:cubicBezTo>
                      <a:pt x="250" y="96"/>
                      <a:pt x="179" y="48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2" name="Google Shape;1112;p45"/>
              <p:cNvSpPr/>
              <p:nvPr/>
            </p:nvSpPr>
            <p:spPr>
              <a:xfrm>
                <a:off x="2462200" y="754770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405" y="226"/>
                    </a:moveTo>
                    <a:cubicBezTo>
                      <a:pt x="489" y="226"/>
                      <a:pt x="548" y="262"/>
                      <a:pt x="596" y="310"/>
                    </a:cubicBezTo>
                    <a:cubicBezTo>
                      <a:pt x="643" y="357"/>
                      <a:pt x="667" y="429"/>
                      <a:pt x="667" y="512"/>
                    </a:cubicBezTo>
                    <a:cubicBezTo>
                      <a:pt x="667" y="595"/>
                      <a:pt x="643" y="667"/>
                      <a:pt x="596" y="714"/>
                    </a:cubicBezTo>
                    <a:cubicBezTo>
                      <a:pt x="548" y="762"/>
                      <a:pt x="489" y="786"/>
                      <a:pt x="405" y="786"/>
                    </a:cubicBezTo>
                    <a:cubicBezTo>
                      <a:pt x="334" y="786"/>
                      <a:pt x="262" y="762"/>
                      <a:pt x="227" y="714"/>
                    </a:cubicBezTo>
                    <a:cubicBezTo>
                      <a:pt x="179" y="667"/>
                      <a:pt x="155" y="595"/>
                      <a:pt x="155" y="512"/>
                    </a:cubicBezTo>
                    <a:cubicBezTo>
                      <a:pt x="155" y="429"/>
                      <a:pt x="179" y="357"/>
                      <a:pt x="227" y="310"/>
                    </a:cubicBezTo>
                    <a:cubicBezTo>
                      <a:pt x="262" y="262"/>
                      <a:pt x="334" y="226"/>
                      <a:pt x="405" y="226"/>
                    </a:cubicBezTo>
                    <a:close/>
                    <a:moveTo>
                      <a:pt x="1084" y="202"/>
                    </a:moveTo>
                    <a:cubicBezTo>
                      <a:pt x="1167" y="202"/>
                      <a:pt x="1239" y="226"/>
                      <a:pt x="1286" y="274"/>
                    </a:cubicBezTo>
                    <a:cubicBezTo>
                      <a:pt x="1334" y="333"/>
                      <a:pt x="1358" y="405"/>
                      <a:pt x="1358" y="512"/>
                    </a:cubicBezTo>
                    <a:cubicBezTo>
                      <a:pt x="1358" y="607"/>
                      <a:pt x="1334" y="691"/>
                      <a:pt x="1286" y="738"/>
                    </a:cubicBezTo>
                    <a:cubicBezTo>
                      <a:pt x="1239" y="798"/>
                      <a:pt x="1167" y="822"/>
                      <a:pt x="1084" y="822"/>
                    </a:cubicBezTo>
                    <a:cubicBezTo>
                      <a:pt x="1001" y="822"/>
                      <a:pt x="941" y="798"/>
                      <a:pt x="893" y="738"/>
                    </a:cubicBezTo>
                    <a:cubicBezTo>
                      <a:pt x="846" y="691"/>
                      <a:pt x="822" y="619"/>
                      <a:pt x="822" y="512"/>
                    </a:cubicBezTo>
                    <a:cubicBezTo>
                      <a:pt x="822" y="405"/>
                      <a:pt x="846" y="333"/>
                      <a:pt x="893" y="274"/>
                    </a:cubicBezTo>
                    <a:cubicBezTo>
                      <a:pt x="941" y="226"/>
                      <a:pt x="1001" y="202"/>
                      <a:pt x="1084" y="202"/>
                    </a:cubicBezTo>
                    <a:close/>
                    <a:moveTo>
                      <a:pt x="1084" y="0"/>
                    </a:moveTo>
                    <a:cubicBezTo>
                      <a:pt x="1013" y="0"/>
                      <a:pt x="941" y="24"/>
                      <a:pt x="882" y="60"/>
                    </a:cubicBezTo>
                    <a:cubicBezTo>
                      <a:pt x="822" y="95"/>
                      <a:pt x="774" y="167"/>
                      <a:pt x="739" y="250"/>
                    </a:cubicBezTo>
                    <a:cubicBezTo>
                      <a:pt x="703" y="179"/>
                      <a:pt x="655" y="131"/>
                      <a:pt x="596" y="95"/>
                    </a:cubicBezTo>
                    <a:cubicBezTo>
                      <a:pt x="536" y="60"/>
                      <a:pt x="477" y="36"/>
                      <a:pt x="405" y="36"/>
                    </a:cubicBezTo>
                    <a:cubicBezTo>
                      <a:pt x="334" y="36"/>
                      <a:pt x="262" y="60"/>
                      <a:pt x="203" y="95"/>
                    </a:cubicBezTo>
                    <a:cubicBezTo>
                      <a:pt x="143" y="131"/>
                      <a:pt x="96" y="179"/>
                      <a:pt x="60" y="250"/>
                    </a:cubicBezTo>
                    <a:cubicBezTo>
                      <a:pt x="24" y="321"/>
                      <a:pt x="1" y="405"/>
                      <a:pt x="1" y="512"/>
                    </a:cubicBezTo>
                    <a:cubicBezTo>
                      <a:pt x="1" y="607"/>
                      <a:pt x="24" y="702"/>
                      <a:pt x="60" y="774"/>
                    </a:cubicBezTo>
                    <a:cubicBezTo>
                      <a:pt x="96" y="833"/>
                      <a:pt x="143" y="893"/>
                      <a:pt x="203" y="929"/>
                    </a:cubicBezTo>
                    <a:cubicBezTo>
                      <a:pt x="262" y="964"/>
                      <a:pt x="334" y="976"/>
                      <a:pt x="405" y="976"/>
                    </a:cubicBezTo>
                    <a:cubicBezTo>
                      <a:pt x="477" y="976"/>
                      <a:pt x="536" y="964"/>
                      <a:pt x="596" y="929"/>
                    </a:cubicBezTo>
                    <a:cubicBezTo>
                      <a:pt x="655" y="893"/>
                      <a:pt x="703" y="845"/>
                      <a:pt x="739" y="774"/>
                    </a:cubicBezTo>
                    <a:cubicBezTo>
                      <a:pt x="774" y="857"/>
                      <a:pt x="822" y="917"/>
                      <a:pt x="882" y="953"/>
                    </a:cubicBezTo>
                    <a:cubicBezTo>
                      <a:pt x="941" y="1000"/>
                      <a:pt x="1013" y="1012"/>
                      <a:pt x="1084" y="1012"/>
                    </a:cubicBezTo>
                    <a:cubicBezTo>
                      <a:pt x="1167" y="1012"/>
                      <a:pt x="1239" y="1000"/>
                      <a:pt x="1298" y="964"/>
                    </a:cubicBezTo>
                    <a:cubicBezTo>
                      <a:pt x="1358" y="929"/>
                      <a:pt x="1417" y="881"/>
                      <a:pt x="1453" y="798"/>
                    </a:cubicBezTo>
                    <a:cubicBezTo>
                      <a:pt x="1489" y="726"/>
                      <a:pt x="1513" y="631"/>
                      <a:pt x="1513" y="512"/>
                    </a:cubicBezTo>
                    <a:cubicBezTo>
                      <a:pt x="1513" y="393"/>
                      <a:pt x="1489" y="298"/>
                      <a:pt x="1453" y="214"/>
                    </a:cubicBezTo>
                    <a:cubicBezTo>
                      <a:pt x="1417" y="143"/>
                      <a:pt x="1358" y="83"/>
                      <a:pt x="1298" y="60"/>
                    </a:cubicBezTo>
                    <a:cubicBezTo>
                      <a:pt x="1239" y="24"/>
                      <a:pt x="1167" y="0"/>
                      <a:pt x="10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3" name="Google Shape;1113;p45"/>
              <p:cNvSpPr/>
              <p:nvPr/>
            </p:nvSpPr>
            <p:spPr>
              <a:xfrm>
                <a:off x="2462200" y="75170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477" y="215"/>
                    </a:moveTo>
                    <a:cubicBezTo>
                      <a:pt x="548" y="215"/>
                      <a:pt x="596" y="227"/>
                      <a:pt x="643" y="251"/>
                    </a:cubicBezTo>
                    <a:cubicBezTo>
                      <a:pt x="691" y="275"/>
                      <a:pt x="739" y="310"/>
                      <a:pt x="763" y="358"/>
                    </a:cubicBezTo>
                    <a:cubicBezTo>
                      <a:pt x="798" y="405"/>
                      <a:pt x="810" y="465"/>
                      <a:pt x="810" y="525"/>
                    </a:cubicBezTo>
                    <a:cubicBezTo>
                      <a:pt x="810" y="596"/>
                      <a:pt x="798" y="656"/>
                      <a:pt x="774" y="703"/>
                    </a:cubicBezTo>
                    <a:cubicBezTo>
                      <a:pt x="739" y="751"/>
                      <a:pt x="703" y="775"/>
                      <a:pt x="655" y="798"/>
                    </a:cubicBezTo>
                    <a:cubicBezTo>
                      <a:pt x="608" y="822"/>
                      <a:pt x="548" y="834"/>
                      <a:pt x="501" y="834"/>
                    </a:cubicBezTo>
                    <a:cubicBezTo>
                      <a:pt x="429" y="834"/>
                      <a:pt x="382" y="822"/>
                      <a:pt x="322" y="798"/>
                    </a:cubicBezTo>
                    <a:cubicBezTo>
                      <a:pt x="274" y="775"/>
                      <a:pt x="239" y="739"/>
                      <a:pt x="203" y="691"/>
                    </a:cubicBezTo>
                    <a:cubicBezTo>
                      <a:pt x="179" y="656"/>
                      <a:pt x="155" y="596"/>
                      <a:pt x="155" y="525"/>
                    </a:cubicBezTo>
                    <a:cubicBezTo>
                      <a:pt x="155" y="453"/>
                      <a:pt x="179" y="394"/>
                      <a:pt x="203" y="358"/>
                    </a:cubicBezTo>
                    <a:cubicBezTo>
                      <a:pt x="227" y="310"/>
                      <a:pt x="274" y="275"/>
                      <a:pt x="322" y="251"/>
                    </a:cubicBezTo>
                    <a:cubicBezTo>
                      <a:pt x="370" y="227"/>
                      <a:pt x="417" y="215"/>
                      <a:pt x="477" y="215"/>
                    </a:cubicBezTo>
                    <a:close/>
                    <a:moveTo>
                      <a:pt x="715" y="1"/>
                    </a:moveTo>
                    <a:cubicBezTo>
                      <a:pt x="572" y="1"/>
                      <a:pt x="465" y="13"/>
                      <a:pt x="370" y="36"/>
                    </a:cubicBezTo>
                    <a:cubicBezTo>
                      <a:pt x="286" y="60"/>
                      <a:pt x="203" y="96"/>
                      <a:pt x="155" y="144"/>
                    </a:cubicBezTo>
                    <a:cubicBezTo>
                      <a:pt x="96" y="191"/>
                      <a:pt x="60" y="251"/>
                      <a:pt x="36" y="310"/>
                    </a:cubicBezTo>
                    <a:cubicBezTo>
                      <a:pt x="12" y="382"/>
                      <a:pt x="1" y="453"/>
                      <a:pt x="1" y="536"/>
                    </a:cubicBezTo>
                    <a:cubicBezTo>
                      <a:pt x="1" y="632"/>
                      <a:pt x="24" y="715"/>
                      <a:pt x="60" y="786"/>
                    </a:cubicBezTo>
                    <a:cubicBezTo>
                      <a:pt x="108" y="858"/>
                      <a:pt x="155" y="917"/>
                      <a:pt x="239" y="965"/>
                    </a:cubicBezTo>
                    <a:cubicBezTo>
                      <a:pt x="310" y="1001"/>
                      <a:pt x="393" y="1025"/>
                      <a:pt x="489" y="1025"/>
                    </a:cubicBezTo>
                    <a:cubicBezTo>
                      <a:pt x="584" y="1025"/>
                      <a:pt x="655" y="1013"/>
                      <a:pt x="727" y="977"/>
                    </a:cubicBezTo>
                    <a:cubicBezTo>
                      <a:pt x="810" y="941"/>
                      <a:pt x="858" y="894"/>
                      <a:pt x="905" y="822"/>
                    </a:cubicBezTo>
                    <a:cubicBezTo>
                      <a:pt x="941" y="751"/>
                      <a:pt x="965" y="667"/>
                      <a:pt x="965" y="560"/>
                    </a:cubicBezTo>
                    <a:cubicBezTo>
                      <a:pt x="965" y="513"/>
                      <a:pt x="953" y="453"/>
                      <a:pt x="941" y="405"/>
                    </a:cubicBezTo>
                    <a:cubicBezTo>
                      <a:pt x="929" y="358"/>
                      <a:pt x="905" y="322"/>
                      <a:pt x="882" y="286"/>
                    </a:cubicBezTo>
                    <a:cubicBezTo>
                      <a:pt x="846" y="251"/>
                      <a:pt x="822" y="215"/>
                      <a:pt x="786" y="203"/>
                    </a:cubicBezTo>
                    <a:cubicBezTo>
                      <a:pt x="905" y="203"/>
                      <a:pt x="1013" y="215"/>
                      <a:pt x="1096" y="227"/>
                    </a:cubicBezTo>
                    <a:cubicBezTo>
                      <a:pt x="1179" y="251"/>
                      <a:pt x="1239" y="275"/>
                      <a:pt x="1286" y="322"/>
                    </a:cubicBezTo>
                    <a:cubicBezTo>
                      <a:pt x="1334" y="370"/>
                      <a:pt x="1358" y="441"/>
                      <a:pt x="1358" y="525"/>
                    </a:cubicBezTo>
                    <a:cubicBezTo>
                      <a:pt x="1358" y="584"/>
                      <a:pt x="1346" y="632"/>
                      <a:pt x="1322" y="667"/>
                    </a:cubicBezTo>
                    <a:cubicBezTo>
                      <a:pt x="1298" y="703"/>
                      <a:pt x="1263" y="739"/>
                      <a:pt x="1227" y="751"/>
                    </a:cubicBezTo>
                    <a:cubicBezTo>
                      <a:pt x="1179" y="775"/>
                      <a:pt x="1120" y="786"/>
                      <a:pt x="1060" y="786"/>
                    </a:cubicBezTo>
                    <a:lnTo>
                      <a:pt x="1060" y="977"/>
                    </a:lnTo>
                    <a:cubicBezTo>
                      <a:pt x="1144" y="977"/>
                      <a:pt x="1215" y="953"/>
                      <a:pt x="1286" y="929"/>
                    </a:cubicBezTo>
                    <a:cubicBezTo>
                      <a:pt x="1358" y="894"/>
                      <a:pt x="1405" y="858"/>
                      <a:pt x="1453" y="786"/>
                    </a:cubicBezTo>
                    <a:cubicBezTo>
                      <a:pt x="1489" y="727"/>
                      <a:pt x="1513" y="632"/>
                      <a:pt x="1513" y="536"/>
                    </a:cubicBezTo>
                    <a:cubicBezTo>
                      <a:pt x="1513" y="453"/>
                      <a:pt x="1489" y="382"/>
                      <a:pt x="1465" y="310"/>
                    </a:cubicBezTo>
                    <a:cubicBezTo>
                      <a:pt x="1441" y="239"/>
                      <a:pt x="1394" y="191"/>
                      <a:pt x="1334" y="144"/>
                    </a:cubicBezTo>
                    <a:cubicBezTo>
                      <a:pt x="1274" y="96"/>
                      <a:pt x="1191" y="60"/>
                      <a:pt x="1084" y="36"/>
                    </a:cubicBezTo>
                    <a:cubicBezTo>
                      <a:pt x="989" y="13"/>
                      <a:pt x="858" y="1"/>
                      <a:pt x="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</p:grpSp>
      </p:grpSp>
      <p:sp>
        <p:nvSpPr>
          <p:cNvPr id="6" name="כותרת משנה 4">
            <a:extLst>
              <a:ext uri="{FF2B5EF4-FFF2-40B4-BE49-F238E27FC236}">
                <a16:creationId xmlns:a16="http://schemas.microsoft.com/office/drawing/2014/main" id="{71A968B9-4C68-1E46-0C8C-79BF8CF39232}"/>
              </a:ext>
            </a:extLst>
          </p:cNvPr>
          <p:cNvSpPr txBox="1">
            <a:spLocks/>
          </p:cNvSpPr>
          <p:nvPr/>
        </p:nvSpPr>
        <p:spPr>
          <a:xfrm>
            <a:off x="685800" y="2080420"/>
            <a:ext cx="6443214" cy="3392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he-IL" sz="2667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יצירת נתונים סינתטיים וסקירת </a:t>
            </a:r>
            <a:r>
              <a:rPr lang="en-US" sz="2667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Dataset</a:t>
            </a:r>
            <a:endParaRPr lang="he-IL" sz="2667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0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algn="r" rtl="1"/>
            <a:r>
              <a:rPr lang="he-IL" sz="2133" b="1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תיאור מערך הנתונים</a:t>
            </a:r>
          </a:p>
          <a:p>
            <a:pPr marL="0" indent="0" algn="r" rtl="1"/>
            <a:r>
              <a:rPr 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בניית </a:t>
            </a:r>
            <a:r>
              <a:rPr lang="en-US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Dataset</a:t>
            </a:r>
            <a:r>
              <a:rPr 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 ייעודי המורכב מתמונות נעליים מקוריות וגרסאות מזויפות שיוצרו באופן סינתטי.</a:t>
            </a:r>
          </a:p>
          <a:p>
            <a:pPr marL="0" indent="0" algn="r" rtl="1"/>
            <a:endParaRPr lang="he-IL" sz="2000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  <a:p>
            <a:pPr marL="0" indent="0" algn="r" rtl="1"/>
            <a:r>
              <a:rPr lang="he-IL" sz="2000" b="1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חלוקה למחלקות: </a:t>
            </a:r>
          </a:p>
          <a:p>
            <a:pPr marL="0" indent="0" algn="r" rtl="1"/>
            <a:r>
              <a:rPr 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מקור, פגם בלוגו, פגם בתפרים, פגם בסוליה.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2" name="מציין מיקום של תמונה 11" descr="תמונה שמכילה טקסט, נעל, הנעלה, נעלי סניקרס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33D0DDE-021D-395A-9DF3-2810B5F7759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4"/>
          <a:srcRect t="15383" b="4858"/>
          <a:stretch>
            <a:fillRect/>
          </a:stretch>
        </p:blipFill>
        <p:spPr>
          <a:xfrm rot="-317840">
            <a:off x="7202183" y="466918"/>
            <a:ext cx="3009869" cy="3601991"/>
          </a:xfrm>
        </p:spPr>
      </p:pic>
      <p:pic>
        <p:nvPicPr>
          <p:cNvPr id="14" name="מציין מיקום של תמונה 13" descr="תמונה שמכילה נעל, נעלי סניקרס, נעל הליכה, נעל סניק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B0C2EF5-4E7B-09AE-0E00-D0CDB31616A4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5"/>
          <a:srcRect l="-2444" r="2718"/>
          <a:stretch>
            <a:fillRect/>
          </a:stretch>
        </p:blipFill>
        <p:spPr>
          <a:xfrm rot="288103">
            <a:off x="9236583" y="3053575"/>
            <a:ext cx="3071221" cy="3080423"/>
          </a:xfrm>
        </p:spPr>
      </p:pic>
      <p:grpSp>
        <p:nvGrpSpPr>
          <p:cNvPr id="1115" name="Google Shape;1115;p45"/>
          <p:cNvGrpSpPr/>
          <p:nvPr/>
        </p:nvGrpSpPr>
        <p:grpSpPr>
          <a:xfrm rot="285871">
            <a:off x="9232484" y="2963388"/>
            <a:ext cx="3199633" cy="3309363"/>
            <a:chOff x="5151523" y="4516643"/>
            <a:chExt cx="2111557" cy="2180350"/>
          </a:xfrm>
        </p:grpSpPr>
        <p:sp>
          <p:nvSpPr>
            <p:cNvPr id="1116" name="Google Shape;1116;p45"/>
            <p:cNvSpPr/>
            <p:nvPr/>
          </p:nvSpPr>
          <p:spPr>
            <a:xfrm>
              <a:off x="5151523" y="4516643"/>
              <a:ext cx="2111557" cy="2180350"/>
            </a:xfrm>
            <a:custGeom>
              <a:avLst/>
              <a:gdLst/>
              <a:ahLst/>
              <a:cxnLst/>
              <a:rect l="l" t="t" r="r" b="b"/>
              <a:pathLst>
                <a:path w="73225" h="87214" extrusionOk="0">
                  <a:moveTo>
                    <a:pt x="70247" y="3727"/>
                  </a:moveTo>
                  <a:lnTo>
                    <a:pt x="70247" y="83499"/>
                  </a:lnTo>
                  <a:lnTo>
                    <a:pt x="2977" y="83499"/>
                  </a:lnTo>
                  <a:lnTo>
                    <a:pt x="2977" y="3727"/>
                  </a:lnTo>
                  <a:close/>
                  <a:moveTo>
                    <a:pt x="1" y="1"/>
                  </a:moveTo>
                  <a:lnTo>
                    <a:pt x="1" y="87214"/>
                  </a:lnTo>
                  <a:lnTo>
                    <a:pt x="73224" y="87214"/>
                  </a:lnTo>
                  <a:lnTo>
                    <a:pt x="73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grpSp>
          <p:nvGrpSpPr>
            <p:cNvPr id="1117" name="Google Shape;1117;p45"/>
            <p:cNvGrpSpPr/>
            <p:nvPr/>
          </p:nvGrpSpPr>
          <p:grpSpPr>
            <a:xfrm>
              <a:off x="5365250" y="6625850"/>
              <a:ext cx="420900" cy="37825"/>
              <a:chOff x="5365250" y="6625850"/>
              <a:chExt cx="420900" cy="37825"/>
            </a:xfrm>
          </p:grpSpPr>
          <p:sp>
            <p:nvSpPr>
              <p:cNvPr id="1118" name="Google Shape;1118;p45"/>
              <p:cNvSpPr/>
              <p:nvPr/>
            </p:nvSpPr>
            <p:spPr>
              <a:xfrm>
                <a:off x="5365250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24" y="0"/>
                    </a:moveTo>
                    <a:cubicBezTo>
                      <a:pt x="441" y="0"/>
                      <a:pt x="357" y="24"/>
                      <a:pt x="274" y="48"/>
                    </a:cubicBezTo>
                    <a:cubicBezTo>
                      <a:pt x="203" y="84"/>
                      <a:pt x="131" y="131"/>
                      <a:pt x="84" y="191"/>
                    </a:cubicBezTo>
                    <a:cubicBezTo>
                      <a:pt x="48" y="262"/>
                      <a:pt x="24" y="346"/>
                      <a:pt x="24" y="441"/>
                    </a:cubicBezTo>
                    <a:cubicBezTo>
                      <a:pt x="24" y="465"/>
                      <a:pt x="24" y="489"/>
                      <a:pt x="24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14" y="536"/>
                    </a:lnTo>
                    <a:lnTo>
                      <a:pt x="214" y="441"/>
                    </a:lnTo>
                    <a:cubicBezTo>
                      <a:pt x="214" y="393"/>
                      <a:pt x="214" y="346"/>
                      <a:pt x="238" y="310"/>
                    </a:cubicBezTo>
                    <a:cubicBezTo>
                      <a:pt x="262" y="262"/>
                      <a:pt x="298" y="227"/>
                      <a:pt x="334" y="203"/>
                    </a:cubicBezTo>
                    <a:cubicBezTo>
                      <a:pt x="381" y="179"/>
                      <a:pt x="441" y="167"/>
                      <a:pt x="524" y="167"/>
                    </a:cubicBezTo>
                    <a:cubicBezTo>
                      <a:pt x="584" y="167"/>
                      <a:pt x="631" y="179"/>
                      <a:pt x="679" y="191"/>
                    </a:cubicBezTo>
                    <a:cubicBezTo>
                      <a:pt x="715" y="215"/>
                      <a:pt x="750" y="250"/>
                      <a:pt x="762" y="286"/>
                    </a:cubicBezTo>
                    <a:cubicBezTo>
                      <a:pt x="786" y="322"/>
                      <a:pt x="798" y="358"/>
                      <a:pt x="798" y="405"/>
                    </a:cubicBezTo>
                    <a:cubicBezTo>
                      <a:pt x="798" y="477"/>
                      <a:pt x="786" y="536"/>
                      <a:pt x="750" y="596"/>
                    </a:cubicBezTo>
                    <a:cubicBezTo>
                      <a:pt x="715" y="643"/>
                      <a:pt x="667" y="703"/>
                      <a:pt x="607" y="751"/>
                    </a:cubicBezTo>
                    <a:cubicBezTo>
                      <a:pt x="548" y="798"/>
                      <a:pt x="476" y="846"/>
                      <a:pt x="417" y="893"/>
                    </a:cubicBezTo>
                    <a:cubicBezTo>
                      <a:pt x="357" y="929"/>
                      <a:pt x="310" y="965"/>
                      <a:pt x="262" y="1001"/>
                    </a:cubicBezTo>
                    <a:cubicBezTo>
                      <a:pt x="214" y="1048"/>
                      <a:pt x="167" y="1084"/>
                      <a:pt x="131" y="1120"/>
                    </a:cubicBezTo>
                    <a:cubicBezTo>
                      <a:pt x="95" y="1167"/>
                      <a:pt x="60" y="1215"/>
                      <a:pt x="36" y="1262"/>
                    </a:cubicBezTo>
                    <a:cubicBezTo>
                      <a:pt x="12" y="1310"/>
                      <a:pt x="0" y="1370"/>
                      <a:pt x="0" y="1429"/>
                    </a:cubicBezTo>
                    <a:lnTo>
                      <a:pt x="0" y="1489"/>
                    </a:lnTo>
                    <a:lnTo>
                      <a:pt x="1000" y="1489"/>
                    </a:lnTo>
                    <a:lnTo>
                      <a:pt x="1000" y="1310"/>
                    </a:lnTo>
                    <a:lnTo>
                      <a:pt x="226" y="1310"/>
                    </a:lnTo>
                    <a:cubicBezTo>
                      <a:pt x="238" y="1286"/>
                      <a:pt x="250" y="1251"/>
                      <a:pt x="286" y="1215"/>
                    </a:cubicBezTo>
                    <a:cubicBezTo>
                      <a:pt x="322" y="1179"/>
                      <a:pt x="357" y="1143"/>
                      <a:pt x="393" y="1120"/>
                    </a:cubicBezTo>
                    <a:cubicBezTo>
                      <a:pt x="441" y="1084"/>
                      <a:pt x="488" y="1048"/>
                      <a:pt x="536" y="1024"/>
                    </a:cubicBezTo>
                    <a:cubicBezTo>
                      <a:pt x="595" y="977"/>
                      <a:pt x="655" y="929"/>
                      <a:pt x="715" y="882"/>
                    </a:cubicBezTo>
                    <a:cubicBezTo>
                      <a:pt x="774" y="846"/>
                      <a:pt x="822" y="798"/>
                      <a:pt x="857" y="751"/>
                    </a:cubicBezTo>
                    <a:cubicBezTo>
                      <a:pt x="905" y="703"/>
                      <a:pt x="929" y="655"/>
                      <a:pt x="953" y="596"/>
                    </a:cubicBezTo>
                    <a:cubicBezTo>
                      <a:pt x="976" y="536"/>
                      <a:pt x="988" y="477"/>
                      <a:pt x="988" y="417"/>
                    </a:cubicBezTo>
                    <a:cubicBezTo>
                      <a:pt x="988" y="358"/>
                      <a:pt x="988" y="310"/>
                      <a:pt x="965" y="262"/>
                    </a:cubicBezTo>
                    <a:cubicBezTo>
                      <a:pt x="953" y="215"/>
                      <a:pt x="917" y="167"/>
                      <a:pt x="881" y="131"/>
                    </a:cubicBezTo>
                    <a:cubicBezTo>
                      <a:pt x="846" y="96"/>
                      <a:pt x="798" y="60"/>
                      <a:pt x="738" y="36"/>
                    </a:cubicBezTo>
                    <a:cubicBezTo>
                      <a:pt x="679" y="12"/>
                      <a:pt x="607" y="0"/>
                      <a:pt x="5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9" name="Google Shape;1119;p45"/>
              <p:cNvSpPr/>
              <p:nvPr/>
            </p:nvSpPr>
            <p:spPr>
              <a:xfrm>
                <a:off x="5395600" y="6626150"/>
                <a:ext cx="250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501" extrusionOk="0">
                    <a:moveTo>
                      <a:pt x="501" y="155"/>
                    </a:moveTo>
                    <a:cubicBezTo>
                      <a:pt x="584" y="155"/>
                      <a:pt x="644" y="179"/>
                      <a:pt x="691" y="215"/>
                    </a:cubicBezTo>
                    <a:cubicBezTo>
                      <a:pt x="739" y="250"/>
                      <a:pt x="763" y="322"/>
                      <a:pt x="786" y="393"/>
                    </a:cubicBezTo>
                    <a:cubicBezTo>
                      <a:pt x="798" y="477"/>
                      <a:pt x="810" y="584"/>
                      <a:pt x="810" y="703"/>
                    </a:cubicBezTo>
                    <a:lnTo>
                      <a:pt x="810" y="798"/>
                    </a:lnTo>
                    <a:cubicBezTo>
                      <a:pt x="810" y="917"/>
                      <a:pt x="798" y="1024"/>
                      <a:pt x="786" y="1096"/>
                    </a:cubicBezTo>
                    <a:cubicBezTo>
                      <a:pt x="763" y="1179"/>
                      <a:pt x="739" y="1239"/>
                      <a:pt x="691" y="1286"/>
                    </a:cubicBezTo>
                    <a:cubicBezTo>
                      <a:pt x="644" y="1322"/>
                      <a:pt x="584" y="1346"/>
                      <a:pt x="501" y="1346"/>
                    </a:cubicBezTo>
                    <a:cubicBezTo>
                      <a:pt x="417" y="1346"/>
                      <a:pt x="358" y="1322"/>
                      <a:pt x="310" y="1286"/>
                    </a:cubicBezTo>
                    <a:cubicBezTo>
                      <a:pt x="263" y="1239"/>
                      <a:pt x="239" y="1179"/>
                      <a:pt x="215" y="1096"/>
                    </a:cubicBezTo>
                    <a:cubicBezTo>
                      <a:pt x="203" y="1024"/>
                      <a:pt x="191" y="917"/>
                      <a:pt x="191" y="798"/>
                    </a:cubicBezTo>
                    <a:lnTo>
                      <a:pt x="191" y="703"/>
                    </a:lnTo>
                    <a:cubicBezTo>
                      <a:pt x="191" y="584"/>
                      <a:pt x="203" y="477"/>
                      <a:pt x="215" y="393"/>
                    </a:cubicBezTo>
                    <a:cubicBezTo>
                      <a:pt x="239" y="322"/>
                      <a:pt x="274" y="262"/>
                      <a:pt x="310" y="215"/>
                    </a:cubicBezTo>
                    <a:cubicBezTo>
                      <a:pt x="358" y="179"/>
                      <a:pt x="417" y="155"/>
                      <a:pt x="501" y="155"/>
                    </a:cubicBezTo>
                    <a:close/>
                    <a:moveTo>
                      <a:pt x="501" y="0"/>
                    </a:moveTo>
                    <a:cubicBezTo>
                      <a:pt x="429" y="0"/>
                      <a:pt x="358" y="12"/>
                      <a:pt x="286" y="36"/>
                    </a:cubicBezTo>
                    <a:cubicBezTo>
                      <a:pt x="227" y="60"/>
                      <a:pt x="179" y="96"/>
                      <a:pt x="132" y="155"/>
                    </a:cubicBezTo>
                    <a:cubicBezTo>
                      <a:pt x="84" y="215"/>
                      <a:pt x="60" y="286"/>
                      <a:pt x="36" y="381"/>
                    </a:cubicBezTo>
                    <a:cubicBezTo>
                      <a:pt x="13" y="477"/>
                      <a:pt x="1" y="608"/>
                      <a:pt x="1" y="750"/>
                    </a:cubicBezTo>
                    <a:cubicBezTo>
                      <a:pt x="1" y="893"/>
                      <a:pt x="13" y="1024"/>
                      <a:pt x="36" y="1120"/>
                    </a:cubicBezTo>
                    <a:cubicBezTo>
                      <a:pt x="60" y="1215"/>
                      <a:pt x="84" y="1286"/>
                      <a:pt x="132" y="1346"/>
                    </a:cubicBezTo>
                    <a:cubicBezTo>
                      <a:pt x="179" y="1405"/>
                      <a:pt x="227" y="1441"/>
                      <a:pt x="286" y="1465"/>
                    </a:cubicBezTo>
                    <a:cubicBezTo>
                      <a:pt x="358" y="1489"/>
                      <a:pt x="429" y="1501"/>
                      <a:pt x="501" y="1501"/>
                    </a:cubicBezTo>
                    <a:cubicBezTo>
                      <a:pt x="584" y="1501"/>
                      <a:pt x="655" y="1489"/>
                      <a:pt x="715" y="1465"/>
                    </a:cubicBezTo>
                    <a:cubicBezTo>
                      <a:pt x="775" y="1441"/>
                      <a:pt x="834" y="1405"/>
                      <a:pt x="870" y="1346"/>
                    </a:cubicBezTo>
                    <a:cubicBezTo>
                      <a:pt x="917" y="1286"/>
                      <a:pt x="953" y="1215"/>
                      <a:pt x="977" y="1120"/>
                    </a:cubicBezTo>
                    <a:cubicBezTo>
                      <a:pt x="989" y="1024"/>
                      <a:pt x="1001" y="893"/>
                      <a:pt x="1001" y="750"/>
                    </a:cubicBezTo>
                    <a:cubicBezTo>
                      <a:pt x="1001" y="608"/>
                      <a:pt x="989" y="477"/>
                      <a:pt x="977" y="381"/>
                    </a:cubicBezTo>
                    <a:cubicBezTo>
                      <a:pt x="953" y="286"/>
                      <a:pt x="917" y="215"/>
                      <a:pt x="870" y="155"/>
                    </a:cubicBezTo>
                    <a:cubicBezTo>
                      <a:pt x="834" y="96"/>
                      <a:pt x="775" y="60"/>
                      <a:pt x="715" y="36"/>
                    </a:cubicBezTo>
                    <a:cubicBezTo>
                      <a:pt x="655" y="12"/>
                      <a:pt x="584" y="0"/>
                      <a:pt x="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0" name="Google Shape;1120;p45"/>
              <p:cNvSpPr/>
              <p:nvPr/>
            </p:nvSpPr>
            <p:spPr>
              <a:xfrm>
                <a:off x="5426250" y="6625850"/>
                <a:ext cx="250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489" extrusionOk="0">
                    <a:moveTo>
                      <a:pt x="525" y="0"/>
                    </a:moveTo>
                    <a:cubicBezTo>
                      <a:pt x="441" y="0"/>
                      <a:pt x="346" y="24"/>
                      <a:pt x="275" y="48"/>
                    </a:cubicBezTo>
                    <a:cubicBezTo>
                      <a:pt x="191" y="84"/>
                      <a:pt x="132" y="131"/>
                      <a:pt x="84" y="191"/>
                    </a:cubicBezTo>
                    <a:cubicBezTo>
                      <a:pt x="37" y="262"/>
                      <a:pt x="13" y="346"/>
                      <a:pt x="13" y="441"/>
                    </a:cubicBezTo>
                    <a:cubicBezTo>
                      <a:pt x="13" y="465"/>
                      <a:pt x="13" y="489"/>
                      <a:pt x="25" y="501"/>
                    </a:cubicBezTo>
                    <a:cubicBezTo>
                      <a:pt x="25" y="512"/>
                      <a:pt x="25" y="524"/>
                      <a:pt x="25" y="536"/>
                    </a:cubicBezTo>
                    <a:lnTo>
                      <a:pt x="203" y="536"/>
                    </a:lnTo>
                    <a:lnTo>
                      <a:pt x="203" y="441"/>
                    </a:lnTo>
                    <a:cubicBezTo>
                      <a:pt x="203" y="393"/>
                      <a:pt x="215" y="346"/>
                      <a:pt x="239" y="310"/>
                    </a:cubicBezTo>
                    <a:cubicBezTo>
                      <a:pt x="263" y="262"/>
                      <a:pt x="299" y="227"/>
                      <a:pt x="334" y="203"/>
                    </a:cubicBezTo>
                    <a:cubicBezTo>
                      <a:pt x="382" y="179"/>
                      <a:pt x="441" y="167"/>
                      <a:pt x="513" y="167"/>
                    </a:cubicBezTo>
                    <a:cubicBezTo>
                      <a:pt x="584" y="167"/>
                      <a:pt x="632" y="179"/>
                      <a:pt x="680" y="191"/>
                    </a:cubicBezTo>
                    <a:cubicBezTo>
                      <a:pt x="715" y="215"/>
                      <a:pt x="751" y="250"/>
                      <a:pt x="763" y="286"/>
                    </a:cubicBezTo>
                    <a:cubicBezTo>
                      <a:pt x="787" y="322"/>
                      <a:pt x="799" y="358"/>
                      <a:pt x="799" y="405"/>
                    </a:cubicBezTo>
                    <a:cubicBezTo>
                      <a:pt x="799" y="477"/>
                      <a:pt x="775" y="536"/>
                      <a:pt x="739" y="596"/>
                    </a:cubicBezTo>
                    <a:cubicBezTo>
                      <a:pt x="703" y="643"/>
                      <a:pt x="668" y="703"/>
                      <a:pt x="608" y="751"/>
                    </a:cubicBezTo>
                    <a:cubicBezTo>
                      <a:pt x="549" y="798"/>
                      <a:pt x="477" y="846"/>
                      <a:pt x="406" y="893"/>
                    </a:cubicBezTo>
                    <a:cubicBezTo>
                      <a:pt x="358" y="929"/>
                      <a:pt x="311" y="965"/>
                      <a:pt x="263" y="1001"/>
                    </a:cubicBezTo>
                    <a:cubicBezTo>
                      <a:pt x="215" y="1048"/>
                      <a:pt x="168" y="1084"/>
                      <a:pt x="132" y="1120"/>
                    </a:cubicBezTo>
                    <a:cubicBezTo>
                      <a:pt x="84" y="1167"/>
                      <a:pt x="60" y="1215"/>
                      <a:pt x="37" y="1262"/>
                    </a:cubicBezTo>
                    <a:cubicBezTo>
                      <a:pt x="13" y="1310"/>
                      <a:pt x="1" y="1370"/>
                      <a:pt x="1" y="1429"/>
                    </a:cubicBezTo>
                    <a:lnTo>
                      <a:pt x="1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51" y="1251"/>
                      <a:pt x="287" y="1215"/>
                    </a:cubicBezTo>
                    <a:cubicBezTo>
                      <a:pt x="311" y="1179"/>
                      <a:pt x="358" y="1143"/>
                      <a:pt x="394" y="1120"/>
                    </a:cubicBezTo>
                    <a:cubicBezTo>
                      <a:pt x="441" y="1084"/>
                      <a:pt x="489" y="1048"/>
                      <a:pt x="537" y="1024"/>
                    </a:cubicBezTo>
                    <a:cubicBezTo>
                      <a:pt x="596" y="977"/>
                      <a:pt x="656" y="929"/>
                      <a:pt x="715" y="882"/>
                    </a:cubicBezTo>
                    <a:cubicBezTo>
                      <a:pt x="763" y="846"/>
                      <a:pt x="822" y="798"/>
                      <a:pt x="858" y="751"/>
                    </a:cubicBezTo>
                    <a:cubicBezTo>
                      <a:pt x="906" y="703"/>
                      <a:pt x="930" y="655"/>
                      <a:pt x="953" y="596"/>
                    </a:cubicBezTo>
                    <a:cubicBezTo>
                      <a:pt x="977" y="536"/>
                      <a:pt x="989" y="477"/>
                      <a:pt x="989" y="417"/>
                    </a:cubicBezTo>
                    <a:cubicBezTo>
                      <a:pt x="989" y="358"/>
                      <a:pt x="977" y="310"/>
                      <a:pt x="965" y="262"/>
                    </a:cubicBezTo>
                    <a:cubicBezTo>
                      <a:pt x="942" y="215"/>
                      <a:pt x="918" y="167"/>
                      <a:pt x="882" y="131"/>
                    </a:cubicBezTo>
                    <a:cubicBezTo>
                      <a:pt x="846" y="96"/>
                      <a:pt x="799" y="60"/>
                      <a:pt x="739" y="36"/>
                    </a:cubicBezTo>
                    <a:cubicBezTo>
                      <a:pt x="680" y="12"/>
                      <a:pt x="608" y="0"/>
                      <a:pt x="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5456625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24" y="0"/>
                    </a:moveTo>
                    <a:cubicBezTo>
                      <a:pt x="429" y="0"/>
                      <a:pt x="346" y="24"/>
                      <a:pt x="274" y="48"/>
                    </a:cubicBezTo>
                    <a:cubicBezTo>
                      <a:pt x="191" y="84"/>
                      <a:pt x="131" y="131"/>
                      <a:pt x="84" y="191"/>
                    </a:cubicBezTo>
                    <a:cubicBezTo>
                      <a:pt x="36" y="262"/>
                      <a:pt x="12" y="346"/>
                      <a:pt x="12" y="441"/>
                    </a:cubicBezTo>
                    <a:cubicBezTo>
                      <a:pt x="12" y="465"/>
                      <a:pt x="12" y="489"/>
                      <a:pt x="12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03" y="536"/>
                    </a:lnTo>
                    <a:lnTo>
                      <a:pt x="203" y="441"/>
                    </a:lnTo>
                    <a:cubicBezTo>
                      <a:pt x="203" y="393"/>
                      <a:pt x="215" y="346"/>
                      <a:pt x="239" y="310"/>
                    </a:cubicBezTo>
                    <a:cubicBezTo>
                      <a:pt x="262" y="262"/>
                      <a:pt x="286" y="227"/>
                      <a:pt x="334" y="203"/>
                    </a:cubicBezTo>
                    <a:cubicBezTo>
                      <a:pt x="381" y="179"/>
                      <a:pt x="441" y="167"/>
                      <a:pt x="512" y="167"/>
                    </a:cubicBezTo>
                    <a:cubicBezTo>
                      <a:pt x="584" y="167"/>
                      <a:pt x="631" y="179"/>
                      <a:pt x="667" y="191"/>
                    </a:cubicBezTo>
                    <a:cubicBezTo>
                      <a:pt x="715" y="215"/>
                      <a:pt x="739" y="250"/>
                      <a:pt x="762" y="286"/>
                    </a:cubicBezTo>
                    <a:cubicBezTo>
                      <a:pt x="786" y="322"/>
                      <a:pt x="798" y="358"/>
                      <a:pt x="798" y="405"/>
                    </a:cubicBezTo>
                    <a:cubicBezTo>
                      <a:pt x="798" y="477"/>
                      <a:pt x="774" y="536"/>
                      <a:pt x="739" y="596"/>
                    </a:cubicBezTo>
                    <a:cubicBezTo>
                      <a:pt x="703" y="643"/>
                      <a:pt x="655" y="703"/>
                      <a:pt x="596" y="751"/>
                    </a:cubicBezTo>
                    <a:cubicBezTo>
                      <a:pt x="536" y="798"/>
                      <a:pt x="477" y="846"/>
                      <a:pt x="405" y="893"/>
                    </a:cubicBezTo>
                    <a:cubicBezTo>
                      <a:pt x="358" y="929"/>
                      <a:pt x="310" y="965"/>
                      <a:pt x="262" y="1001"/>
                    </a:cubicBezTo>
                    <a:cubicBezTo>
                      <a:pt x="215" y="1048"/>
                      <a:pt x="167" y="1084"/>
                      <a:pt x="131" y="1120"/>
                    </a:cubicBezTo>
                    <a:cubicBezTo>
                      <a:pt x="84" y="1167"/>
                      <a:pt x="60" y="1215"/>
                      <a:pt x="36" y="1262"/>
                    </a:cubicBezTo>
                    <a:cubicBezTo>
                      <a:pt x="12" y="1310"/>
                      <a:pt x="0" y="1370"/>
                      <a:pt x="0" y="1429"/>
                    </a:cubicBezTo>
                    <a:lnTo>
                      <a:pt x="0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50" y="1251"/>
                      <a:pt x="286" y="1215"/>
                    </a:cubicBezTo>
                    <a:cubicBezTo>
                      <a:pt x="310" y="1179"/>
                      <a:pt x="358" y="1143"/>
                      <a:pt x="393" y="1120"/>
                    </a:cubicBezTo>
                    <a:cubicBezTo>
                      <a:pt x="441" y="1084"/>
                      <a:pt x="489" y="1048"/>
                      <a:pt x="524" y="1024"/>
                    </a:cubicBezTo>
                    <a:cubicBezTo>
                      <a:pt x="596" y="977"/>
                      <a:pt x="655" y="929"/>
                      <a:pt x="715" y="882"/>
                    </a:cubicBezTo>
                    <a:cubicBezTo>
                      <a:pt x="762" y="846"/>
                      <a:pt x="810" y="798"/>
                      <a:pt x="858" y="751"/>
                    </a:cubicBezTo>
                    <a:cubicBezTo>
                      <a:pt x="893" y="703"/>
                      <a:pt x="929" y="655"/>
                      <a:pt x="953" y="596"/>
                    </a:cubicBezTo>
                    <a:cubicBezTo>
                      <a:pt x="977" y="536"/>
                      <a:pt x="989" y="477"/>
                      <a:pt x="989" y="417"/>
                    </a:cubicBezTo>
                    <a:cubicBezTo>
                      <a:pt x="989" y="358"/>
                      <a:pt x="977" y="310"/>
                      <a:pt x="965" y="262"/>
                    </a:cubicBezTo>
                    <a:cubicBezTo>
                      <a:pt x="941" y="215"/>
                      <a:pt x="917" y="167"/>
                      <a:pt x="881" y="131"/>
                    </a:cubicBezTo>
                    <a:cubicBezTo>
                      <a:pt x="834" y="96"/>
                      <a:pt x="786" y="60"/>
                      <a:pt x="739" y="36"/>
                    </a:cubicBezTo>
                    <a:cubicBezTo>
                      <a:pt x="679" y="12"/>
                      <a:pt x="608" y="0"/>
                      <a:pt x="5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2" name="Google Shape;1122;p45"/>
              <p:cNvSpPr/>
              <p:nvPr/>
            </p:nvSpPr>
            <p:spPr>
              <a:xfrm>
                <a:off x="5499175" y="6626450"/>
                <a:ext cx="223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894" h="1465" extrusionOk="0">
                    <a:moveTo>
                      <a:pt x="465" y="0"/>
                    </a:moveTo>
                    <a:cubicBezTo>
                      <a:pt x="430" y="48"/>
                      <a:pt x="370" y="72"/>
                      <a:pt x="322" y="96"/>
                    </a:cubicBezTo>
                    <a:cubicBezTo>
                      <a:pt x="263" y="119"/>
                      <a:pt x="215" y="143"/>
                      <a:pt x="156" y="155"/>
                    </a:cubicBezTo>
                    <a:cubicBezTo>
                      <a:pt x="96" y="167"/>
                      <a:pt x="49" y="179"/>
                      <a:pt x="1" y="179"/>
                    </a:cubicBezTo>
                    <a:lnTo>
                      <a:pt x="1" y="298"/>
                    </a:lnTo>
                    <a:lnTo>
                      <a:pt x="370" y="298"/>
                    </a:lnTo>
                    <a:lnTo>
                      <a:pt x="370" y="1310"/>
                    </a:lnTo>
                    <a:lnTo>
                      <a:pt x="1" y="1310"/>
                    </a:lnTo>
                    <a:lnTo>
                      <a:pt x="1" y="1465"/>
                    </a:lnTo>
                    <a:lnTo>
                      <a:pt x="894" y="1465"/>
                    </a:lnTo>
                    <a:lnTo>
                      <a:pt x="894" y="1310"/>
                    </a:lnTo>
                    <a:lnTo>
                      <a:pt x="549" y="1310"/>
                    </a:lnTo>
                    <a:lnTo>
                      <a:pt x="5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3" name="Google Shape;1123;p45"/>
              <p:cNvSpPr/>
              <p:nvPr/>
            </p:nvSpPr>
            <p:spPr>
              <a:xfrm>
                <a:off x="5525975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36" y="0"/>
                    </a:moveTo>
                    <a:cubicBezTo>
                      <a:pt x="441" y="0"/>
                      <a:pt x="358" y="24"/>
                      <a:pt x="274" y="48"/>
                    </a:cubicBezTo>
                    <a:cubicBezTo>
                      <a:pt x="203" y="84"/>
                      <a:pt x="143" y="131"/>
                      <a:pt x="96" y="191"/>
                    </a:cubicBezTo>
                    <a:cubicBezTo>
                      <a:pt x="48" y="262"/>
                      <a:pt x="24" y="346"/>
                      <a:pt x="24" y="441"/>
                    </a:cubicBezTo>
                    <a:cubicBezTo>
                      <a:pt x="24" y="465"/>
                      <a:pt x="24" y="489"/>
                      <a:pt x="24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15" y="536"/>
                    </a:lnTo>
                    <a:lnTo>
                      <a:pt x="215" y="441"/>
                    </a:lnTo>
                    <a:cubicBezTo>
                      <a:pt x="215" y="393"/>
                      <a:pt x="227" y="346"/>
                      <a:pt x="251" y="310"/>
                    </a:cubicBezTo>
                    <a:cubicBezTo>
                      <a:pt x="262" y="262"/>
                      <a:pt x="298" y="227"/>
                      <a:pt x="346" y="203"/>
                    </a:cubicBezTo>
                    <a:cubicBezTo>
                      <a:pt x="393" y="179"/>
                      <a:pt x="453" y="167"/>
                      <a:pt x="524" y="167"/>
                    </a:cubicBezTo>
                    <a:cubicBezTo>
                      <a:pt x="584" y="167"/>
                      <a:pt x="643" y="179"/>
                      <a:pt x="679" y="191"/>
                    </a:cubicBezTo>
                    <a:cubicBezTo>
                      <a:pt x="727" y="215"/>
                      <a:pt x="751" y="250"/>
                      <a:pt x="774" y="286"/>
                    </a:cubicBezTo>
                    <a:cubicBezTo>
                      <a:pt x="798" y="322"/>
                      <a:pt x="798" y="358"/>
                      <a:pt x="798" y="405"/>
                    </a:cubicBezTo>
                    <a:cubicBezTo>
                      <a:pt x="798" y="477"/>
                      <a:pt x="786" y="536"/>
                      <a:pt x="751" y="596"/>
                    </a:cubicBezTo>
                    <a:cubicBezTo>
                      <a:pt x="715" y="643"/>
                      <a:pt x="667" y="703"/>
                      <a:pt x="608" y="751"/>
                    </a:cubicBezTo>
                    <a:cubicBezTo>
                      <a:pt x="548" y="798"/>
                      <a:pt x="489" y="846"/>
                      <a:pt x="417" y="893"/>
                    </a:cubicBezTo>
                    <a:cubicBezTo>
                      <a:pt x="370" y="929"/>
                      <a:pt x="310" y="965"/>
                      <a:pt x="262" y="1001"/>
                    </a:cubicBezTo>
                    <a:cubicBezTo>
                      <a:pt x="215" y="1048"/>
                      <a:pt x="167" y="1084"/>
                      <a:pt x="132" y="1120"/>
                    </a:cubicBezTo>
                    <a:cubicBezTo>
                      <a:pt x="96" y="1167"/>
                      <a:pt x="60" y="1215"/>
                      <a:pt x="36" y="1262"/>
                    </a:cubicBezTo>
                    <a:cubicBezTo>
                      <a:pt x="12" y="1310"/>
                      <a:pt x="1" y="1370"/>
                      <a:pt x="1" y="1429"/>
                    </a:cubicBezTo>
                    <a:lnTo>
                      <a:pt x="1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62" y="1251"/>
                      <a:pt x="286" y="1215"/>
                    </a:cubicBezTo>
                    <a:cubicBezTo>
                      <a:pt x="322" y="1179"/>
                      <a:pt x="358" y="1143"/>
                      <a:pt x="405" y="1120"/>
                    </a:cubicBezTo>
                    <a:cubicBezTo>
                      <a:pt x="453" y="1084"/>
                      <a:pt x="489" y="1048"/>
                      <a:pt x="536" y="1024"/>
                    </a:cubicBezTo>
                    <a:cubicBezTo>
                      <a:pt x="608" y="977"/>
                      <a:pt x="667" y="929"/>
                      <a:pt x="715" y="882"/>
                    </a:cubicBezTo>
                    <a:cubicBezTo>
                      <a:pt x="774" y="846"/>
                      <a:pt x="822" y="798"/>
                      <a:pt x="870" y="751"/>
                    </a:cubicBezTo>
                    <a:cubicBezTo>
                      <a:pt x="905" y="703"/>
                      <a:pt x="941" y="655"/>
                      <a:pt x="965" y="596"/>
                    </a:cubicBezTo>
                    <a:cubicBezTo>
                      <a:pt x="989" y="536"/>
                      <a:pt x="1001" y="477"/>
                      <a:pt x="1001" y="417"/>
                    </a:cubicBezTo>
                    <a:cubicBezTo>
                      <a:pt x="1001" y="358"/>
                      <a:pt x="989" y="310"/>
                      <a:pt x="965" y="262"/>
                    </a:cubicBezTo>
                    <a:cubicBezTo>
                      <a:pt x="953" y="215"/>
                      <a:pt x="929" y="167"/>
                      <a:pt x="882" y="131"/>
                    </a:cubicBezTo>
                    <a:cubicBezTo>
                      <a:pt x="846" y="96"/>
                      <a:pt x="798" y="60"/>
                      <a:pt x="739" y="36"/>
                    </a:cubicBezTo>
                    <a:cubicBezTo>
                      <a:pt x="679" y="12"/>
                      <a:pt x="608" y="0"/>
                      <a:pt x="5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4" name="Google Shape;1124;p45"/>
              <p:cNvSpPr/>
              <p:nvPr/>
            </p:nvSpPr>
            <p:spPr>
              <a:xfrm>
                <a:off x="5556050" y="6626150"/>
                <a:ext cx="25600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501" extrusionOk="0">
                    <a:moveTo>
                      <a:pt x="512" y="0"/>
                    </a:moveTo>
                    <a:cubicBezTo>
                      <a:pt x="417" y="0"/>
                      <a:pt x="333" y="12"/>
                      <a:pt x="262" y="48"/>
                    </a:cubicBezTo>
                    <a:cubicBezTo>
                      <a:pt x="191" y="84"/>
                      <a:pt x="131" y="131"/>
                      <a:pt x="95" y="191"/>
                    </a:cubicBezTo>
                    <a:cubicBezTo>
                      <a:pt x="48" y="250"/>
                      <a:pt x="36" y="322"/>
                      <a:pt x="36" y="405"/>
                    </a:cubicBezTo>
                    <a:lnTo>
                      <a:pt x="36" y="441"/>
                    </a:lnTo>
                    <a:lnTo>
                      <a:pt x="226" y="441"/>
                    </a:lnTo>
                    <a:lnTo>
                      <a:pt x="226" y="405"/>
                    </a:lnTo>
                    <a:cubicBezTo>
                      <a:pt x="226" y="358"/>
                      <a:pt x="238" y="310"/>
                      <a:pt x="262" y="262"/>
                    </a:cubicBezTo>
                    <a:cubicBezTo>
                      <a:pt x="286" y="227"/>
                      <a:pt x="322" y="203"/>
                      <a:pt x="369" y="179"/>
                    </a:cubicBezTo>
                    <a:cubicBezTo>
                      <a:pt x="417" y="155"/>
                      <a:pt x="464" y="155"/>
                      <a:pt x="524" y="155"/>
                    </a:cubicBezTo>
                    <a:cubicBezTo>
                      <a:pt x="572" y="155"/>
                      <a:pt x="619" y="167"/>
                      <a:pt x="667" y="179"/>
                    </a:cubicBezTo>
                    <a:cubicBezTo>
                      <a:pt x="703" y="191"/>
                      <a:pt x="738" y="227"/>
                      <a:pt x="762" y="262"/>
                    </a:cubicBezTo>
                    <a:cubicBezTo>
                      <a:pt x="786" y="298"/>
                      <a:pt x="798" y="334"/>
                      <a:pt x="798" y="393"/>
                    </a:cubicBezTo>
                    <a:cubicBezTo>
                      <a:pt x="798" y="465"/>
                      <a:pt x="786" y="512"/>
                      <a:pt x="762" y="548"/>
                    </a:cubicBezTo>
                    <a:cubicBezTo>
                      <a:pt x="726" y="584"/>
                      <a:pt x="691" y="619"/>
                      <a:pt x="655" y="631"/>
                    </a:cubicBezTo>
                    <a:cubicBezTo>
                      <a:pt x="607" y="643"/>
                      <a:pt x="560" y="655"/>
                      <a:pt x="500" y="655"/>
                    </a:cubicBezTo>
                    <a:lnTo>
                      <a:pt x="345" y="655"/>
                    </a:lnTo>
                    <a:lnTo>
                      <a:pt x="345" y="810"/>
                    </a:lnTo>
                    <a:lnTo>
                      <a:pt x="500" y="810"/>
                    </a:lnTo>
                    <a:cubicBezTo>
                      <a:pt x="548" y="810"/>
                      <a:pt x="607" y="822"/>
                      <a:pt x="655" y="834"/>
                    </a:cubicBezTo>
                    <a:cubicBezTo>
                      <a:pt x="714" y="846"/>
                      <a:pt x="750" y="881"/>
                      <a:pt x="786" y="917"/>
                    </a:cubicBezTo>
                    <a:cubicBezTo>
                      <a:pt x="822" y="953"/>
                      <a:pt x="834" y="1000"/>
                      <a:pt x="834" y="1072"/>
                    </a:cubicBezTo>
                    <a:cubicBezTo>
                      <a:pt x="834" y="1167"/>
                      <a:pt x="810" y="1239"/>
                      <a:pt x="738" y="1274"/>
                    </a:cubicBezTo>
                    <a:cubicBezTo>
                      <a:pt x="679" y="1322"/>
                      <a:pt x="607" y="1346"/>
                      <a:pt x="500" y="1346"/>
                    </a:cubicBezTo>
                    <a:cubicBezTo>
                      <a:pt x="405" y="1346"/>
                      <a:pt x="333" y="1322"/>
                      <a:pt x="274" y="1274"/>
                    </a:cubicBezTo>
                    <a:cubicBezTo>
                      <a:pt x="214" y="1227"/>
                      <a:pt x="191" y="1167"/>
                      <a:pt x="191" y="1072"/>
                    </a:cubicBezTo>
                    <a:lnTo>
                      <a:pt x="191" y="1048"/>
                    </a:lnTo>
                    <a:lnTo>
                      <a:pt x="0" y="1048"/>
                    </a:lnTo>
                    <a:lnTo>
                      <a:pt x="0" y="1072"/>
                    </a:lnTo>
                    <a:cubicBezTo>
                      <a:pt x="0" y="1167"/>
                      <a:pt x="24" y="1239"/>
                      <a:pt x="60" y="1298"/>
                    </a:cubicBezTo>
                    <a:cubicBezTo>
                      <a:pt x="95" y="1370"/>
                      <a:pt x="155" y="1417"/>
                      <a:pt x="238" y="1453"/>
                    </a:cubicBezTo>
                    <a:cubicBezTo>
                      <a:pt x="310" y="1489"/>
                      <a:pt x="405" y="1501"/>
                      <a:pt x="524" y="1501"/>
                    </a:cubicBezTo>
                    <a:cubicBezTo>
                      <a:pt x="619" y="1501"/>
                      <a:pt x="703" y="1489"/>
                      <a:pt x="786" y="1453"/>
                    </a:cubicBezTo>
                    <a:cubicBezTo>
                      <a:pt x="857" y="1417"/>
                      <a:pt x="917" y="1370"/>
                      <a:pt x="964" y="1310"/>
                    </a:cubicBezTo>
                    <a:cubicBezTo>
                      <a:pt x="1000" y="1250"/>
                      <a:pt x="1024" y="1167"/>
                      <a:pt x="1024" y="1084"/>
                    </a:cubicBezTo>
                    <a:cubicBezTo>
                      <a:pt x="1024" y="989"/>
                      <a:pt x="1000" y="917"/>
                      <a:pt x="953" y="858"/>
                    </a:cubicBezTo>
                    <a:cubicBezTo>
                      <a:pt x="893" y="798"/>
                      <a:pt x="834" y="750"/>
                      <a:pt x="750" y="727"/>
                    </a:cubicBezTo>
                    <a:cubicBezTo>
                      <a:pt x="798" y="703"/>
                      <a:pt x="834" y="679"/>
                      <a:pt x="869" y="655"/>
                    </a:cubicBezTo>
                    <a:cubicBezTo>
                      <a:pt x="905" y="619"/>
                      <a:pt x="941" y="584"/>
                      <a:pt x="964" y="548"/>
                    </a:cubicBezTo>
                    <a:cubicBezTo>
                      <a:pt x="988" y="500"/>
                      <a:pt x="1000" y="453"/>
                      <a:pt x="1000" y="381"/>
                    </a:cubicBezTo>
                    <a:cubicBezTo>
                      <a:pt x="1000" y="298"/>
                      <a:pt x="976" y="227"/>
                      <a:pt x="929" y="167"/>
                    </a:cubicBezTo>
                    <a:cubicBezTo>
                      <a:pt x="893" y="108"/>
                      <a:pt x="834" y="72"/>
                      <a:pt x="762" y="36"/>
                    </a:cubicBezTo>
                    <a:cubicBezTo>
                      <a:pt x="691" y="12"/>
                      <a:pt x="607" y="0"/>
                      <a:pt x="5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5" name="Google Shape;1125;p45"/>
              <p:cNvSpPr/>
              <p:nvPr/>
            </p:nvSpPr>
            <p:spPr>
              <a:xfrm>
                <a:off x="5597125" y="6626150"/>
                <a:ext cx="26500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477" extrusionOk="0">
                    <a:moveTo>
                      <a:pt x="393" y="0"/>
                    </a:moveTo>
                    <a:cubicBezTo>
                      <a:pt x="369" y="108"/>
                      <a:pt x="334" y="227"/>
                      <a:pt x="298" y="334"/>
                    </a:cubicBezTo>
                    <a:cubicBezTo>
                      <a:pt x="262" y="441"/>
                      <a:pt x="214" y="548"/>
                      <a:pt x="167" y="655"/>
                    </a:cubicBezTo>
                    <a:cubicBezTo>
                      <a:pt x="119" y="762"/>
                      <a:pt x="60" y="858"/>
                      <a:pt x="0" y="965"/>
                    </a:cubicBezTo>
                    <a:lnTo>
                      <a:pt x="0" y="1120"/>
                    </a:lnTo>
                    <a:lnTo>
                      <a:pt x="679" y="1120"/>
                    </a:lnTo>
                    <a:lnTo>
                      <a:pt x="679" y="1477"/>
                    </a:lnTo>
                    <a:lnTo>
                      <a:pt x="869" y="1477"/>
                    </a:lnTo>
                    <a:lnTo>
                      <a:pt x="869" y="1120"/>
                    </a:lnTo>
                    <a:lnTo>
                      <a:pt x="1060" y="1120"/>
                    </a:lnTo>
                    <a:lnTo>
                      <a:pt x="1060" y="965"/>
                    </a:lnTo>
                    <a:lnTo>
                      <a:pt x="869" y="965"/>
                    </a:lnTo>
                    <a:lnTo>
                      <a:pt x="869" y="215"/>
                    </a:lnTo>
                    <a:lnTo>
                      <a:pt x="774" y="215"/>
                    </a:lnTo>
                    <a:cubicBezTo>
                      <a:pt x="774" y="227"/>
                      <a:pt x="762" y="250"/>
                      <a:pt x="762" y="274"/>
                    </a:cubicBezTo>
                    <a:cubicBezTo>
                      <a:pt x="750" y="298"/>
                      <a:pt x="738" y="322"/>
                      <a:pt x="738" y="358"/>
                    </a:cubicBezTo>
                    <a:lnTo>
                      <a:pt x="703" y="429"/>
                    </a:lnTo>
                    <a:cubicBezTo>
                      <a:pt x="703" y="453"/>
                      <a:pt x="691" y="477"/>
                      <a:pt x="679" y="500"/>
                    </a:cubicBezTo>
                    <a:lnTo>
                      <a:pt x="679" y="965"/>
                    </a:lnTo>
                    <a:lnTo>
                      <a:pt x="179" y="965"/>
                    </a:lnTo>
                    <a:cubicBezTo>
                      <a:pt x="203" y="941"/>
                      <a:pt x="226" y="905"/>
                      <a:pt x="250" y="858"/>
                    </a:cubicBezTo>
                    <a:cubicBezTo>
                      <a:pt x="274" y="810"/>
                      <a:pt x="310" y="750"/>
                      <a:pt x="345" y="679"/>
                    </a:cubicBezTo>
                    <a:cubicBezTo>
                      <a:pt x="369" y="619"/>
                      <a:pt x="405" y="548"/>
                      <a:pt x="441" y="465"/>
                    </a:cubicBezTo>
                    <a:cubicBezTo>
                      <a:pt x="464" y="393"/>
                      <a:pt x="500" y="310"/>
                      <a:pt x="524" y="238"/>
                    </a:cubicBezTo>
                    <a:cubicBezTo>
                      <a:pt x="548" y="155"/>
                      <a:pt x="572" y="72"/>
                      <a:pt x="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6" name="Google Shape;1126;p45"/>
              <p:cNvSpPr/>
              <p:nvPr/>
            </p:nvSpPr>
            <p:spPr>
              <a:xfrm>
                <a:off x="5628075" y="6626750"/>
                <a:ext cx="25325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477" extrusionOk="0">
                    <a:moveTo>
                      <a:pt x="108" y="0"/>
                    </a:moveTo>
                    <a:lnTo>
                      <a:pt x="48" y="798"/>
                    </a:lnTo>
                    <a:lnTo>
                      <a:pt x="227" y="834"/>
                    </a:lnTo>
                    <a:cubicBezTo>
                      <a:pt x="250" y="798"/>
                      <a:pt x="274" y="762"/>
                      <a:pt x="298" y="738"/>
                    </a:cubicBezTo>
                    <a:cubicBezTo>
                      <a:pt x="334" y="715"/>
                      <a:pt x="369" y="703"/>
                      <a:pt x="405" y="691"/>
                    </a:cubicBezTo>
                    <a:cubicBezTo>
                      <a:pt x="441" y="667"/>
                      <a:pt x="489" y="667"/>
                      <a:pt x="524" y="667"/>
                    </a:cubicBezTo>
                    <a:cubicBezTo>
                      <a:pt x="584" y="667"/>
                      <a:pt x="631" y="679"/>
                      <a:pt x="679" y="703"/>
                    </a:cubicBezTo>
                    <a:cubicBezTo>
                      <a:pt x="727" y="726"/>
                      <a:pt x="762" y="750"/>
                      <a:pt x="786" y="798"/>
                    </a:cubicBezTo>
                    <a:cubicBezTo>
                      <a:pt x="810" y="846"/>
                      <a:pt x="822" y="905"/>
                      <a:pt x="822" y="976"/>
                    </a:cubicBezTo>
                    <a:cubicBezTo>
                      <a:pt x="822" y="1060"/>
                      <a:pt x="810" y="1119"/>
                      <a:pt x="774" y="1167"/>
                    </a:cubicBezTo>
                    <a:cubicBezTo>
                      <a:pt x="750" y="1226"/>
                      <a:pt x="715" y="1262"/>
                      <a:pt x="667" y="1286"/>
                    </a:cubicBezTo>
                    <a:cubicBezTo>
                      <a:pt x="620" y="1310"/>
                      <a:pt x="572" y="1322"/>
                      <a:pt x="512" y="1322"/>
                    </a:cubicBezTo>
                    <a:cubicBezTo>
                      <a:pt x="453" y="1322"/>
                      <a:pt x="393" y="1310"/>
                      <a:pt x="346" y="1286"/>
                    </a:cubicBezTo>
                    <a:cubicBezTo>
                      <a:pt x="298" y="1262"/>
                      <a:pt x="262" y="1215"/>
                      <a:pt x="227" y="1167"/>
                    </a:cubicBezTo>
                    <a:cubicBezTo>
                      <a:pt x="203" y="1119"/>
                      <a:pt x="191" y="1072"/>
                      <a:pt x="191" y="1000"/>
                    </a:cubicBezTo>
                    <a:lnTo>
                      <a:pt x="0" y="1000"/>
                    </a:lnTo>
                    <a:cubicBezTo>
                      <a:pt x="0" y="1096"/>
                      <a:pt x="24" y="1191"/>
                      <a:pt x="60" y="1262"/>
                    </a:cubicBezTo>
                    <a:cubicBezTo>
                      <a:pt x="108" y="1334"/>
                      <a:pt x="167" y="1381"/>
                      <a:pt x="239" y="1417"/>
                    </a:cubicBezTo>
                    <a:cubicBezTo>
                      <a:pt x="322" y="1453"/>
                      <a:pt x="405" y="1477"/>
                      <a:pt x="512" y="1477"/>
                    </a:cubicBezTo>
                    <a:cubicBezTo>
                      <a:pt x="620" y="1477"/>
                      <a:pt x="703" y="1453"/>
                      <a:pt x="774" y="1417"/>
                    </a:cubicBezTo>
                    <a:cubicBezTo>
                      <a:pt x="858" y="1381"/>
                      <a:pt x="905" y="1322"/>
                      <a:pt x="953" y="1238"/>
                    </a:cubicBezTo>
                    <a:cubicBezTo>
                      <a:pt x="989" y="1167"/>
                      <a:pt x="1012" y="1072"/>
                      <a:pt x="1012" y="965"/>
                    </a:cubicBezTo>
                    <a:cubicBezTo>
                      <a:pt x="1012" y="857"/>
                      <a:pt x="989" y="774"/>
                      <a:pt x="953" y="703"/>
                    </a:cubicBezTo>
                    <a:cubicBezTo>
                      <a:pt x="917" y="643"/>
                      <a:pt x="858" y="584"/>
                      <a:pt x="786" y="560"/>
                    </a:cubicBezTo>
                    <a:cubicBezTo>
                      <a:pt x="727" y="524"/>
                      <a:pt x="643" y="512"/>
                      <a:pt x="560" y="512"/>
                    </a:cubicBezTo>
                    <a:cubicBezTo>
                      <a:pt x="512" y="512"/>
                      <a:pt x="465" y="512"/>
                      <a:pt x="429" y="524"/>
                    </a:cubicBezTo>
                    <a:cubicBezTo>
                      <a:pt x="393" y="536"/>
                      <a:pt x="358" y="548"/>
                      <a:pt x="322" y="572"/>
                    </a:cubicBezTo>
                    <a:cubicBezTo>
                      <a:pt x="286" y="584"/>
                      <a:pt x="262" y="607"/>
                      <a:pt x="239" y="619"/>
                    </a:cubicBezTo>
                    <a:lnTo>
                      <a:pt x="274" y="167"/>
                    </a:lnTo>
                    <a:lnTo>
                      <a:pt x="941" y="167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7" name="Google Shape;1127;p45"/>
              <p:cNvSpPr/>
              <p:nvPr/>
            </p:nvSpPr>
            <p:spPr>
              <a:xfrm>
                <a:off x="5658725" y="6626150"/>
                <a:ext cx="253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501" extrusionOk="0">
                    <a:moveTo>
                      <a:pt x="525" y="691"/>
                    </a:moveTo>
                    <a:cubicBezTo>
                      <a:pt x="596" y="691"/>
                      <a:pt x="644" y="703"/>
                      <a:pt x="691" y="739"/>
                    </a:cubicBezTo>
                    <a:cubicBezTo>
                      <a:pt x="739" y="762"/>
                      <a:pt x="775" y="810"/>
                      <a:pt x="787" y="858"/>
                    </a:cubicBezTo>
                    <a:cubicBezTo>
                      <a:pt x="810" y="905"/>
                      <a:pt x="822" y="953"/>
                      <a:pt x="822" y="1012"/>
                    </a:cubicBezTo>
                    <a:cubicBezTo>
                      <a:pt x="822" y="1072"/>
                      <a:pt x="810" y="1131"/>
                      <a:pt x="787" y="1179"/>
                    </a:cubicBezTo>
                    <a:cubicBezTo>
                      <a:pt x="763" y="1227"/>
                      <a:pt x="727" y="1274"/>
                      <a:pt x="691" y="1298"/>
                    </a:cubicBezTo>
                    <a:cubicBezTo>
                      <a:pt x="644" y="1334"/>
                      <a:pt x="584" y="1346"/>
                      <a:pt x="513" y="1346"/>
                    </a:cubicBezTo>
                    <a:cubicBezTo>
                      <a:pt x="441" y="1346"/>
                      <a:pt x="394" y="1334"/>
                      <a:pt x="346" y="1298"/>
                    </a:cubicBezTo>
                    <a:cubicBezTo>
                      <a:pt x="298" y="1274"/>
                      <a:pt x="263" y="1227"/>
                      <a:pt x="239" y="1179"/>
                    </a:cubicBezTo>
                    <a:cubicBezTo>
                      <a:pt x="215" y="1131"/>
                      <a:pt x="203" y="1084"/>
                      <a:pt x="203" y="1024"/>
                    </a:cubicBezTo>
                    <a:cubicBezTo>
                      <a:pt x="203" y="965"/>
                      <a:pt x="215" y="905"/>
                      <a:pt x="239" y="858"/>
                    </a:cubicBezTo>
                    <a:cubicBezTo>
                      <a:pt x="263" y="810"/>
                      <a:pt x="298" y="762"/>
                      <a:pt x="346" y="739"/>
                    </a:cubicBezTo>
                    <a:cubicBezTo>
                      <a:pt x="394" y="703"/>
                      <a:pt x="453" y="691"/>
                      <a:pt x="525" y="691"/>
                    </a:cubicBezTo>
                    <a:close/>
                    <a:moveTo>
                      <a:pt x="525" y="0"/>
                    </a:moveTo>
                    <a:cubicBezTo>
                      <a:pt x="441" y="0"/>
                      <a:pt x="370" y="12"/>
                      <a:pt x="298" y="36"/>
                    </a:cubicBezTo>
                    <a:cubicBezTo>
                      <a:pt x="239" y="60"/>
                      <a:pt x="179" y="108"/>
                      <a:pt x="132" y="167"/>
                    </a:cubicBezTo>
                    <a:cubicBezTo>
                      <a:pt x="84" y="227"/>
                      <a:pt x="60" y="310"/>
                      <a:pt x="36" y="417"/>
                    </a:cubicBezTo>
                    <a:cubicBezTo>
                      <a:pt x="1" y="512"/>
                      <a:pt x="1" y="643"/>
                      <a:pt x="1" y="786"/>
                    </a:cubicBezTo>
                    <a:cubicBezTo>
                      <a:pt x="1" y="929"/>
                      <a:pt x="1" y="1036"/>
                      <a:pt x="36" y="1131"/>
                    </a:cubicBezTo>
                    <a:cubicBezTo>
                      <a:pt x="60" y="1227"/>
                      <a:pt x="96" y="1298"/>
                      <a:pt x="132" y="1346"/>
                    </a:cubicBezTo>
                    <a:cubicBezTo>
                      <a:pt x="179" y="1405"/>
                      <a:pt x="239" y="1441"/>
                      <a:pt x="310" y="1465"/>
                    </a:cubicBezTo>
                    <a:cubicBezTo>
                      <a:pt x="370" y="1489"/>
                      <a:pt x="441" y="1501"/>
                      <a:pt x="525" y="1501"/>
                    </a:cubicBezTo>
                    <a:cubicBezTo>
                      <a:pt x="620" y="1501"/>
                      <a:pt x="703" y="1477"/>
                      <a:pt x="775" y="1441"/>
                    </a:cubicBezTo>
                    <a:cubicBezTo>
                      <a:pt x="846" y="1405"/>
                      <a:pt x="906" y="1346"/>
                      <a:pt x="941" y="1274"/>
                    </a:cubicBezTo>
                    <a:cubicBezTo>
                      <a:pt x="989" y="1191"/>
                      <a:pt x="1013" y="1108"/>
                      <a:pt x="1013" y="1012"/>
                    </a:cubicBezTo>
                    <a:cubicBezTo>
                      <a:pt x="1013" y="929"/>
                      <a:pt x="989" y="846"/>
                      <a:pt x="965" y="774"/>
                    </a:cubicBezTo>
                    <a:cubicBezTo>
                      <a:pt x="929" y="703"/>
                      <a:pt x="882" y="643"/>
                      <a:pt x="810" y="596"/>
                    </a:cubicBezTo>
                    <a:cubicBezTo>
                      <a:pt x="739" y="560"/>
                      <a:pt x="656" y="536"/>
                      <a:pt x="548" y="536"/>
                    </a:cubicBezTo>
                    <a:cubicBezTo>
                      <a:pt x="501" y="536"/>
                      <a:pt x="441" y="548"/>
                      <a:pt x="394" y="560"/>
                    </a:cubicBezTo>
                    <a:cubicBezTo>
                      <a:pt x="346" y="584"/>
                      <a:pt x="298" y="596"/>
                      <a:pt x="263" y="631"/>
                    </a:cubicBezTo>
                    <a:cubicBezTo>
                      <a:pt x="227" y="655"/>
                      <a:pt x="203" y="679"/>
                      <a:pt x="191" y="715"/>
                    </a:cubicBezTo>
                    <a:cubicBezTo>
                      <a:pt x="191" y="596"/>
                      <a:pt x="191" y="500"/>
                      <a:pt x="215" y="417"/>
                    </a:cubicBezTo>
                    <a:cubicBezTo>
                      <a:pt x="227" y="334"/>
                      <a:pt x="263" y="262"/>
                      <a:pt x="310" y="215"/>
                    </a:cubicBezTo>
                    <a:cubicBezTo>
                      <a:pt x="358" y="179"/>
                      <a:pt x="429" y="155"/>
                      <a:pt x="513" y="155"/>
                    </a:cubicBezTo>
                    <a:cubicBezTo>
                      <a:pt x="572" y="155"/>
                      <a:pt x="620" y="155"/>
                      <a:pt x="656" y="179"/>
                    </a:cubicBezTo>
                    <a:cubicBezTo>
                      <a:pt x="691" y="203"/>
                      <a:pt x="727" y="238"/>
                      <a:pt x="739" y="286"/>
                    </a:cubicBezTo>
                    <a:cubicBezTo>
                      <a:pt x="763" y="322"/>
                      <a:pt x="775" y="381"/>
                      <a:pt x="775" y="441"/>
                    </a:cubicBezTo>
                    <a:lnTo>
                      <a:pt x="965" y="441"/>
                    </a:lnTo>
                    <a:cubicBezTo>
                      <a:pt x="965" y="358"/>
                      <a:pt x="941" y="286"/>
                      <a:pt x="918" y="215"/>
                    </a:cubicBezTo>
                    <a:cubicBezTo>
                      <a:pt x="882" y="143"/>
                      <a:pt x="834" y="96"/>
                      <a:pt x="775" y="60"/>
                    </a:cubicBezTo>
                    <a:cubicBezTo>
                      <a:pt x="715" y="12"/>
                      <a:pt x="632" y="0"/>
                      <a:pt x="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8" name="Google Shape;1128;p45"/>
              <p:cNvSpPr/>
              <p:nvPr/>
            </p:nvSpPr>
            <p:spPr>
              <a:xfrm>
                <a:off x="5700100" y="6626750"/>
                <a:ext cx="25625" cy="363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453" extrusionOk="0">
                    <a:moveTo>
                      <a:pt x="1" y="0"/>
                    </a:moveTo>
                    <a:lnTo>
                      <a:pt x="1" y="167"/>
                    </a:lnTo>
                    <a:lnTo>
                      <a:pt x="775" y="167"/>
                    </a:lnTo>
                    <a:cubicBezTo>
                      <a:pt x="715" y="250"/>
                      <a:pt x="656" y="334"/>
                      <a:pt x="584" y="429"/>
                    </a:cubicBezTo>
                    <a:cubicBezTo>
                      <a:pt x="525" y="512"/>
                      <a:pt x="465" y="619"/>
                      <a:pt x="406" y="726"/>
                    </a:cubicBezTo>
                    <a:cubicBezTo>
                      <a:pt x="358" y="834"/>
                      <a:pt x="310" y="953"/>
                      <a:pt x="275" y="1072"/>
                    </a:cubicBezTo>
                    <a:cubicBezTo>
                      <a:pt x="239" y="1191"/>
                      <a:pt x="227" y="1322"/>
                      <a:pt x="227" y="1453"/>
                    </a:cubicBezTo>
                    <a:lnTo>
                      <a:pt x="429" y="1453"/>
                    </a:lnTo>
                    <a:lnTo>
                      <a:pt x="429" y="1346"/>
                    </a:lnTo>
                    <a:cubicBezTo>
                      <a:pt x="429" y="1262"/>
                      <a:pt x="441" y="1167"/>
                      <a:pt x="465" y="1072"/>
                    </a:cubicBezTo>
                    <a:cubicBezTo>
                      <a:pt x="489" y="988"/>
                      <a:pt x="525" y="893"/>
                      <a:pt x="560" y="810"/>
                    </a:cubicBezTo>
                    <a:cubicBezTo>
                      <a:pt x="608" y="715"/>
                      <a:pt x="644" y="631"/>
                      <a:pt x="703" y="548"/>
                    </a:cubicBezTo>
                    <a:cubicBezTo>
                      <a:pt x="751" y="465"/>
                      <a:pt x="798" y="393"/>
                      <a:pt x="858" y="310"/>
                    </a:cubicBezTo>
                    <a:cubicBezTo>
                      <a:pt x="917" y="238"/>
                      <a:pt x="965" y="179"/>
                      <a:pt x="1025" y="107"/>
                    </a:cubicBezTo>
                    <a:lnTo>
                      <a:pt x="10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9" name="Google Shape;1129;p45"/>
              <p:cNvSpPr/>
              <p:nvPr/>
            </p:nvSpPr>
            <p:spPr>
              <a:xfrm>
                <a:off x="5730175" y="6626150"/>
                <a:ext cx="253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501" extrusionOk="0">
                    <a:moveTo>
                      <a:pt x="500" y="155"/>
                    </a:moveTo>
                    <a:cubicBezTo>
                      <a:pt x="596" y="155"/>
                      <a:pt x="655" y="179"/>
                      <a:pt x="715" y="215"/>
                    </a:cubicBezTo>
                    <a:cubicBezTo>
                      <a:pt x="762" y="262"/>
                      <a:pt x="786" y="322"/>
                      <a:pt x="786" y="405"/>
                    </a:cubicBezTo>
                    <a:cubicBezTo>
                      <a:pt x="786" y="477"/>
                      <a:pt x="762" y="548"/>
                      <a:pt x="715" y="584"/>
                    </a:cubicBezTo>
                    <a:cubicBezTo>
                      <a:pt x="655" y="631"/>
                      <a:pt x="596" y="655"/>
                      <a:pt x="500" y="655"/>
                    </a:cubicBezTo>
                    <a:cubicBezTo>
                      <a:pt x="417" y="655"/>
                      <a:pt x="357" y="631"/>
                      <a:pt x="298" y="584"/>
                    </a:cubicBezTo>
                    <a:cubicBezTo>
                      <a:pt x="250" y="548"/>
                      <a:pt x="226" y="477"/>
                      <a:pt x="226" y="405"/>
                    </a:cubicBezTo>
                    <a:cubicBezTo>
                      <a:pt x="226" y="322"/>
                      <a:pt x="250" y="262"/>
                      <a:pt x="298" y="215"/>
                    </a:cubicBezTo>
                    <a:cubicBezTo>
                      <a:pt x="346" y="179"/>
                      <a:pt x="417" y="155"/>
                      <a:pt x="500" y="155"/>
                    </a:cubicBezTo>
                    <a:close/>
                    <a:moveTo>
                      <a:pt x="500" y="810"/>
                    </a:moveTo>
                    <a:cubicBezTo>
                      <a:pt x="607" y="810"/>
                      <a:pt x="691" y="834"/>
                      <a:pt x="738" y="881"/>
                    </a:cubicBezTo>
                    <a:cubicBezTo>
                      <a:pt x="786" y="929"/>
                      <a:pt x="822" y="1000"/>
                      <a:pt x="822" y="1072"/>
                    </a:cubicBezTo>
                    <a:cubicBezTo>
                      <a:pt x="822" y="1167"/>
                      <a:pt x="786" y="1227"/>
                      <a:pt x="738" y="1274"/>
                    </a:cubicBezTo>
                    <a:cubicBezTo>
                      <a:pt x="691" y="1322"/>
                      <a:pt x="607" y="1346"/>
                      <a:pt x="500" y="1346"/>
                    </a:cubicBezTo>
                    <a:cubicBezTo>
                      <a:pt x="405" y="1346"/>
                      <a:pt x="322" y="1322"/>
                      <a:pt x="274" y="1274"/>
                    </a:cubicBezTo>
                    <a:cubicBezTo>
                      <a:pt x="215" y="1227"/>
                      <a:pt x="191" y="1155"/>
                      <a:pt x="191" y="1072"/>
                    </a:cubicBezTo>
                    <a:cubicBezTo>
                      <a:pt x="191" y="1000"/>
                      <a:pt x="215" y="929"/>
                      <a:pt x="274" y="881"/>
                    </a:cubicBezTo>
                    <a:cubicBezTo>
                      <a:pt x="322" y="834"/>
                      <a:pt x="405" y="810"/>
                      <a:pt x="500" y="810"/>
                    </a:cubicBezTo>
                    <a:close/>
                    <a:moveTo>
                      <a:pt x="500" y="0"/>
                    </a:moveTo>
                    <a:cubicBezTo>
                      <a:pt x="405" y="0"/>
                      <a:pt x="310" y="12"/>
                      <a:pt x="250" y="48"/>
                    </a:cubicBezTo>
                    <a:cubicBezTo>
                      <a:pt x="179" y="84"/>
                      <a:pt x="119" y="131"/>
                      <a:pt x="84" y="191"/>
                    </a:cubicBezTo>
                    <a:cubicBezTo>
                      <a:pt x="60" y="250"/>
                      <a:pt x="36" y="322"/>
                      <a:pt x="36" y="393"/>
                    </a:cubicBezTo>
                    <a:cubicBezTo>
                      <a:pt x="36" y="465"/>
                      <a:pt x="60" y="536"/>
                      <a:pt x="84" y="584"/>
                    </a:cubicBezTo>
                    <a:cubicBezTo>
                      <a:pt x="119" y="643"/>
                      <a:pt x="179" y="691"/>
                      <a:pt x="238" y="727"/>
                    </a:cubicBezTo>
                    <a:cubicBezTo>
                      <a:pt x="155" y="762"/>
                      <a:pt x="95" y="810"/>
                      <a:pt x="60" y="870"/>
                    </a:cubicBezTo>
                    <a:cubicBezTo>
                      <a:pt x="12" y="929"/>
                      <a:pt x="0" y="1000"/>
                      <a:pt x="0" y="1084"/>
                    </a:cubicBezTo>
                    <a:cubicBezTo>
                      <a:pt x="0" y="1155"/>
                      <a:pt x="12" y="1227"/>
                      <a:pt x="48" y="1286"/>
                    </a:cubicBezTo>
                    <a:cubicBezTo>
                      <a:pt x="84" y="1358"/>
                      <a:pt x="143" y="1405"/>
                      <a:pt x="215" y="1441"/>
                    </a:cubicBezTo>
                    <a:cubicBezTo>
                      <a:pt x="286" y="1477"/>
                      <a:pt x="381" y="1501"/>
                      <a:pt x="500" y="1501"/>
                    </a:cubicBezTo>
                    <a:cubicBezTo>
                      <a:pt x="631" y="1501"/>
                      <a:pt x="727" y="1477"/>
                      <a:pt x="798" y="1441"/>
                    </a:cubicBezTo>
                    <a:cubicBezTo>
                      <a:pt x="869" y="1405"/>
                      <a:pt x="929" y="1358"/>
                      <a:pt x="965" y="1286"/>
                    </a:cubicBezTo>
                    <a:cubicBezTo>
                      <a:pt x="988" y="1227"/>
                      <a:pt x="1012" y="1155"/>
                      <a:pt x="1012" y="1084"/>
                    </a:cubicBezTo>
                    <a:cubicBezTo>
                      <a:pt x="1012" y="1000"/>
                      <a:pt x="988" y="929"/>
                      <a:pt x="953" y="870"/>
                    </a:cubicBezTo>
                    <a:cubicBezTo>
                      <a:pt x="917" y="810"/>
                      <a:pt x="857" y="762"/>
                      <a:pt x="762" y="727"/>
                    </a:cubicBezTo>
                    <a:cubicBezTo>
                      <a:pt x="834" y="691"/>
                      <a:pt x="881" y="643"/>
                      <a:pt x="917" y="584"/>
                    </a:cubicBezTo>
                    <a:cubicBezTo>
                      <a:pt x="953" y="536"/>
                      <a:pt x="977" y="465"/>
                      <a:pt x="977" y="393"/>
                    </a:cubicBezTo>
                    <a:cubicBezTo>
                      <a:pt x="977" y="322"/>
                      <a:pt x="953" y="250"/>
                      <a:pt x="917" y="191"/>
                    </a:cubicBezTo>
                    <a:cubicBezTo>
                      <a:pt x="881" y="131"/>
                      <a:pt x="834" y="84"/>
                      <a:pt x="762" y="48"/>
                    </a:cubicBezTo>
                    <a:cubicBezTo>
                      <a:pt x="691" y="12"/>
                      <a:pt x="607" y="0"/>
                      <a:pt x="5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30" name="Google Shape;1130;p45"/>
              <p:cNvSpPr/>
              <p:nvPr/>
            </p:nvSpPr>
            <p:spPr>
              <a:xfrm>
                <a:off x="5760525" y="6626150"/>
                <a:ext cx="256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501" extrusionOk="0">
                    <a:moveTo>
                      <a:pt x="501" y="155"/>
                    </a:moveTo>
                    <a:cubicBezTo>
                      <a:pt x="572" y="155"/>
                      <a:pt x="632" y="167"/>
                      <a:pt x="679" y="191"/>
                    </a:cubicBezTo>
                    <a:cubicBezTo>
                      <a:pt x="727" y="227"/>
                      <a:pt x="751" y="262"/>
                      <a:pt x="775" y="310"/>
                    </a:cubicBezTo>
                    <a:cubicBezTo>
                      <a:pt x="798" y="358"/>
                      <a:pt x="810" y="417"/>
                      <a:pt x="810" y="477"/>
                    </a:cubicBezTo>
                    <a:cubicBezTo>
                      <a:pt x="810" y="536"/>
                      <a:pt x="798" y="596"/>
                      <a:pt x="775" y="643"/>
                    </a:cubicBezTo>
                    <a:cubicBezTo>
                      <a:pt x="751" y="691"/>
                      <a:pt x="715" y="727"/>
                      <a:pt x="679" y="762"/>
                    </a:cubicBezTo>
                    <a:cubicBezTo>
                      <a:pt x="632" y="786"/>
                      <a:pt x="572" y="798"/>
                      <a:pt x="501" y="798"/>
                    </a:cubicBezTo>
                    <a:cubicBezTo>
                      <a:pt x="429" y="798"/>
                      <a:pt x="370" y="786"/>
                      <a:pt x="322" y="762"/>
                    </a:cubicBezTo>
                    <a:cubicBezTo>
                      <a:pt x="286" y="739"/>
                      <a:pt x="251" y="691"/>
                      <a:pt x="227" y="643"/>
                    </a:cubicBezTo>
                    <a:cubicBezTo>
                      <a:pt x="203" y="596"/>
                      <a:pt x="203" y="548"/>
                      <a:pt x="203" y="489"/>
                    </a:cubicBezTo>
                    <a:cubicBezTo>
                      <a:pt x="203" y="429"/>
                      <a:pt x="203" y="369"/>
                      <a:pt x="227" y="322"/>
                    </a:cubicBezTo>
                    <a:cubicBezTo>
                      <a:pt x="251" y="274"/>
                      <a:pt x="286" y="227"/>
                      <a:pt x="334" y="203"/>
                    </a:cubicBezTo>
                    <a:cubicBezTo>
                      <a:pt x="382" y="167"/>
                      <a:pt x="441" y="155"/>
                      <a:pt x="501" y="155"/>
                    </a:cubicBezTo>
                    <a:close/>
                    <a:moveTo>
                      <a:pt x="489" y="0"/>
                    </a:moveTo>
                    <a:cubicBezTo>
                      <a:pt x="394" y="0"/>
                      <a:pt x="310" y="12"/>
                      <a:pt x="239" y="60"/>
                    </a:cubicBezTo>
                    <a:cubicBezTo>
                      <a:pt x="167" y="96"/>
                      <a:pt x="108" y="155"/>
                      <a:pt x="60" y="227"/>
                    </a:cubicBezTo>
                    <a:cubicBezTo>
                      <a:pt x="24" y="298"/>
                      <a:pt x="1" y="381"/>
                      <a:pt x="1" y="489"/>
                    </a:cubicBezTo>
                    <a:cubicBezTo>
                      <a:pt x="1" y="572"/>
                      <a:pt x="13" y="655"/>
                      <a:pt x="48" y="727"/>
                    </a:cubicBezTo>
                    <a:cubicBezTo>
                      <a:pt x="84" y="798"/>
                      <a:pt x="132" y="858"/>
                      <a:pt x="203" y="893"/>
                    </a:cubicBezTo>
                    <a:cubicBezTo>
                      <a:pt x="275" y="941"/>
                      <a:pt x="358" y="953"/>
                      <a:pt x="465" y="953"/>
                    </a:cubicBezTo>
                    <a:cubicBezTo>
                      <a:pt x="513" y="953"/>
                      <a:pt x="572" y="953"/>
                      <a:pt x="620" y="929"/>
                    </a:cubicBezTo>
                    <a:cubicBezTo>
                      <a:pt x="667" y="917"/>
                      <a:pt x="703" y="893"/>
                      <a:pt x="751" y="870"/>
                    </a:cubicBezTo>
                    <a:cubicBezTo>
                      <a:pt x="786" y="846"/>
                      <a:pt x="810" y="810"/>
                      <a:pt x="834" y="786"/>
                    </a:cubicBezTo>
                    <a:lnTo>
                      <a:pt x="834" y="786"/>
                    </a:lnTo>
                    <a:cubicBezTo>
                      <a:pt x="822" y="893"/>
                      <a:pt x="822" y="1000"/>
                      <a:pt x="798" y="1084"/>
                    </a:cubicBezTo>
                    <a:cubicBezTo>
                      <a:pt x="775" y="1167"/>
                      <a:pt x="751" y="1239"/>
                      <a:pt x="703" y="1274"/>
                    </a:cubicBezTo>
                    <a:cubicBezTo>
                      <a:pt x="656" y="1322"/>
                      <a:pt x="584" y="1346"/>
                      <a:pt x="501" y="1346"/>
                    </a:cubicBezTo>
                    <a:cubicBezTo>
                      <a:pt x="441" y="1346"/>
                      <a:pt x="394" y="1334"/>
                      <a:pt x="358" y="1310"/>
                    </a:cubicBezTo>
                    <a:cubicBezTo>
                      <a:pt x="322" y="1286"/>
                      <a:pt x="298" y="1262"/>
                      <a:pt x="275" y="1215"/>
                    </a:cubicBezTo>
                    <a:cubicBezTo>
                      <a:pt x="251" y="1167"/>
                      <a:pt x="251" y="1120"/>
                      <a:pt x="251" y="1048"/>
                    </a:cubicBezTo>
                    <a:lnTo>
                      <a:pt x="60" y="1048"/>
                    </a:lnTo>
                    <a:cubicBezTo>
                      <a:pt x="60" y="1131"/>
                      <a:pt x="72" y="1215"/>
                      <a:pt x="96" y="1286"/>
                    </a:cubicBezTo>
                    <a:cubicBezTo>
                      <a:pt x="132" y="1346"/>
                      <a:pt x="179" y="1405"/>
                      <a:pt x="239" y="1441"/>
                    </a:cubicBezTo>
                    <a:cubicBezTo>
                      <a:pt x="310" y="1477"/>
                      <a:pt x="394" y="1501"/>
                      <a:pt x="489" y="1501"/>
                    </a:cubicBezTo>
                    <a:cubicBezTo>
                      <a:pt x="584" y="1501"/>
                      <a:pt x="656" y="1489"/>
                      <a:pt x="715" y="1465"/>
                    </a:cubicBezTo>
                    <a:cubicBezTo>
                      <a:pt x="786" y="1429"/>
                      <a:pt x="846" y="1381"/>
                      <a:pt x="882" y="1322"/>
                    </a:cubicBezTo>
                    <a:cubicBezTo>
                      <a:pt x="929" y="1262"/>
                      <a:pt x="965" y="1179"/>
                      <a:pt x="989" y="1084"/>
                    </a:cubicBezTo>
                    <a:cubicBezTo>
                      <a:pt x="1013" y="977"/>
                      <a:pt x="1025" y="858"/>
                      <a:pt x="1025" y="703"/>
                    </a:cubicBezTo>
                    <a:cubicBezTo>
                      <a:pt x="1025" y="572"/>
                      <a:pt x="1013" y="453"/>
                      <a:pt x="989" y="369"/>
                    </a:cubicBezTo>
                    <a:cubicBezTo>
                      <a:pt x="965" y="274"/>
                      <a:pt x="929" y="203"/>
                      <a:pt x="882" y="143"/>
                    </a:cubicBezTo>
                    <a:cubicBezTo>
                      <a:pt x="834" y="96"/>
                      <a:pt x="775" y="60"/>
                      <a:pt x="715" y="36"/>
                    </a:cubicBezTo>
                    <a:cubicBezTo>
                      <a:pt x="644" y="0"/>
                      <a:pt x="572" y="0"/>
                      <a:pt x="4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>
          <a:extLst>
            <a:ext uri="{FF2B5EF4-FFF2-40B4-BE49-F238E27FC236}">
              <a16:creationId xmlns:a16="http://schemas.microsoft.com/office/drawing/2014/main" id="{DA220E6E-4C8B-D58D-44AA-9DE0C2E0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50">
            <a:extLst>
              <a:ext uri="{FF2B5EF4-FFF2-40B4-BE49-F238E27FC236}">
                <a16:creationId xmlns:a16="http://schemas.microsoft.com/office/drawing/2014/main" id="{271D584E-D126-80B7-0BBF-C535627758FA}"/>
              </a:ext>
            </a:extLst>
          </p:cNvPr>
          <p:cNvSpPr/>
          <p:nvPr/>
        </p:nvSpPr>
        <p:spPr>
          <a:xfrm>
            <a:off x="8230626" y="1180864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grpSp>
        <p:nvGrpSpPr>
          <p:cNvPr id="1339" name="Google Shape;1339;p50">
            <a:extLst>
              <a:ext uri="{FF2B5EF4-FFF2-40B4-BE49-F238E27FC236}">
                <a16:creationId xmlns:a16="http://schemas.microsoft.com/office/drawing/2014/main" id="{41CD4B16-BBB5-3AB2-283C-22D4CC508B6B}"/>
              </a:ext>
            </a:extLst>
          </p:cNvPr>
          <p:cNvGrpSpPr/>
          <p:nvPr/>
        </p:nvGrpSpPr>
        <p:grpSpPr>
          <a:xfrm flipH="1">
            <a:off x="6802471" y="1827194"/>
            <a:ext cx="1629917" cy="1414800"/>
            <a:chOff x="2700023" y="1733396"/>
            <a:chExt cx="1222438" cy="1061100"/>
          </a:xfrm>
        </p:grpSpPr>
        <p:cxnSp>
          <p:nvCxnSpPr>
            <p:cNvPr id="1340" name="Google Shape;1340;p50">
              <a:extLst>
                <a:ext uri="{FF2B5EF4-FFF2-40B4-BE49-F238E27FC236}">
                  <a16:creationId xmlns:a16="http://schemas.microsoft.com/office/drawing/2014/main" id="{59B9BE39-AB89-5CFD-F68E-23C68DC8343E}"/>
                </a:ext>
              </a:extLst>
            </p:cNvPr>
            <p:cNvCxnSpPr/>
            <p:nvPr/>
          </p:nvCxnSpPr>
          <p:spPr>
            <a:xfrm>
              <a:off x="2700023" y="1733543"/>
              <a:ext cx="61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1341" name="Google Shape;1341;p50">
              <a:extLst>
                <a:ext uri="{FF2B5EF4-FFF2-40B4-BE49-F238E27FC236}">
                  <a16:creationId xmlns:a16="http://schemas.microsoft.com/office/drawing/2014/main" id="{08840DAB-6EAF-00F0-F6DD-9C05A88D9B9D}"/>
                </a:ext>
              </a:extLst>
            </p:cNvPr>
            <p:cNvCxnSpPr/>
            <p:nvPr/>
          </p:nvCxnSpPr>
          <p:spPr>
            <a:xfrm>
              <a:off x="3309861" y="1733396"/>
              <a:ext cx="612600" cy="1061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44" name="Google Shape;1344;p50">
            <a:extLst>
              <a:ext uri="{FF2B5EF4-FFF2-40B4-BE49-F238E27FC236}">
                <a16:creationId xmlns:a16="http://schemas.microsoft.com/office/drawing/2014/main" id="{3A0F4C61-1A90-783B-CBB9-59604D2D475B}"/>
              </a:ext>
            </a:extLst>
          </p:cNvPr>
          <p:cNvSpPr/>
          <p:nvPr/>
        </p:nvSpPr>
        <p:spPr>
          <a:xfrm>
            <a:off x="959955" y="1281223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345" name="Google Shape;1345;p50">
            <a:extLst>
              <a:ext uri="{FF2B5EF4-FFF2-40B4-BE49-F238E27FC236}">
                <a16:creationId xmlns:a16="http://schemas.microsoft.com/office/drawing/2014/main" id="{EC09522E-6DBE-B102-6F20-226B2DAED71A}"/>
              </a:ext>
            </a:extLst>
          </p:cNvPr>
          <p:cNvSpPr txBox="1"/>
          <p:nvPr/>
        </p:nvSpPr>
        <p:spPr>
          <a:xfrm>
            <a:off x="1289763" y="1423657"/>
            <a:ext cx="2110647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he-IL" sz="3200" dirty="0" err="1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פרומפטים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grpSp>
        <p:nvGrpSpPr>
          <p:cNvPr id="1347" name="Google Shape;1347;p50">
            <a:extLst>
              <a:ext uri="{FF2B5EF4-FFF2-40B4-BE49-F238E27FC236}">
                <a16:creationId xmlns:a16="http://schemas.microsoft.com/office/drawing/2014/main" id="{CAC92946-1D6F-7BFF-29F3-8BA3B660DBCF}"/>
              </a:ext>
            </a:extLst>
          </p:cNvPr>
          <p:cNvGrpSpPr/>
          <p:nvPr/>
        </p:nvGrpSpPr>
        <p:grpSpPr>
          <a:xfrm>
            <a:off x="3610814" y="1793976"/>
            <a:ext cx="2435948" cy="1414800"/>
            <a:chOff x="2095500" y="1733396"/>
            <a:chExt cx="1826961" cy="1061100"/>
          </a:xfrm>
        </p:grpSpPr>
        <p:cxnSp>
          <p:nvCxnSpPr>
            <p:cNvPr id="1348" name="Google Shape;1348;p50">
              <a:extLst>
                <a:ext uri="{FF2B5EF4-FFF2-40B4-BE49-F238E27FC236}">
                  <a16:creationId xmlns:a16="http://schemas.microsoft.com/office/drawing/2014/main" id="{1601AFE3-63DD-9101-90C6-827AD331E6A9}"/>
                </a:ext>
              </a:extLst>
            </p:cNvPr>
            <p:cNvCxnSpPr/>
            <p:nvPr/>
          </p:nvCxnSpPr>
          <p:spPr>
            <a:xfrm>
              <a:off x="2095500" y="1733550"/>
              <a:ext cx="121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1349" name="Google Shape;1349;p50">
              <a:extLst>
                <a:ext uri="{FF2B5EF4-FFF2-40B4-BE49-F238E27FC236}">
                  <a16:creationId xmlns:a16="http://schemas.microsoft.com/office/drawing/2014/main" id="{A72D7AA4-07F1-9BA7-A03B-C60896C1CBC1}"/>
                </a:ext>
              </a:extLst>
            </p:cNvPr>
            <p:cNvCxnSpPr/>
            <p:nvPr/>
          </p:nvCxnSpPr>
          <p:spPr>
            <a:xfrm>
              <a:off x="3309861" y="1733396"/>
              <a:ext cx="612600" cy="1061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53" name="Google Shape;1353;p50">
            <a:extLst>
              <a:ext uri="{FF2B5EF4-FFF2-40B4-BE49-F238E27FC236}">
                <a16:creationId xmlns:a16="http://schemas.microsoft.com/office/drawing/2014/main" id="{0322995A-C433-15E4-BE7E-DD43F06BF940}"/>
              </a:ext>
            </a:extLst>
          </p:cNvPr>
          <p:cNvSpPr txBox="1"/>
          <p:nvPr/>
        </p:nvSpPr>
        <p:spPr>
          <a:xfrm>
            <a:off x="8429435" y="1029284"/>
            <a:ext cx="2753967" cy="107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 algn="ctr"/>
            <a:r>
              <a:rPr lang="he-IL" sz="3200" dirty="0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יצירת זיופים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1354" name="Google Shape;1354;p50">
            <a:extLst>
              <a:ext uri="{FF2B5EF4-FFF2-40B4-BE49-F238E27FC236}">
                <a16:creationId xmlns:a16="http://schemas.microsoft.com/office/drawing/2014/main" id="{2A0FCCD6-256D-CC27-3A8C-E78B086E39DB}"/>
              </a:ext>
            </a:extLst>
          </p:cNvPr>
          <p:cNvSpPr txBox="1"/>
          <p:nvPr/>
        </p:nvSpPr>
        <p:spPr>
          <a:xfrm>
            <a:off x="8295081" y="1948930"/>
            <a:ext cx="2913888" cy="135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/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שימוש בעיבוד תמונה דיגיטלי להשתלת פגמים ממוקדים</a:t>
            </a:r>
            <a:endParaRPr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1355" name="Google Shape;1355;p50">
            <a:extLst>
              <a:ext uri="{FF2B5EF4-FFF2-40B4-BE49-F238E27FC236}">
                <a16:creationId xmlns:a16="http://schemas.microsoft.com/office/drawing/2014/main" id="{FA072CCC-B895-3C21-41D2-E2F8D9E00061}"/>
              </a:ext>
            </a:extLst>
          </p:cNvPr>
          <p:cNvSpPr/>
          <p:nvPr/>
        </p:nvSpPr>
        <p:spPr>
          <a:xfrm>
            <a:off x="4107322" y="2089628"/>
            <a:ext cx="3977355" cy="3389944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360" name="Google Shape;1360;p50">
            <a:extLst>
              <a:ext uri="{FF2B5EF4-FFF2-40B4-BE49-F238E27FC236}">
                <a16:creationId xmlns:a16="http://schemas.microsoft.com/office/drawing/2014/main" id="{C3D62A9B-AFCA-1A41-2DBC-7F05DB50868A}"/>
              </a:ext>
            </a:extLst>
          </p:cNvPr>
          <p:cNvSpPr txBox="1"/>
          <p:nvPr/>
        </p:nvSpPr>
        <p:spPr>
          <a:xfrm>
            <a:off x="4654270" y="3038497"/>
            <a:ext cx="3073260" cy="16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he-IL" sz="3733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טכניקות ליצירת נתונים</a:t>
            </a:r>
          </a:p>
        </p:txBody>
      </p:sp>
      <p:sp>
        <p:nvSpPr>
          <p:cNvPr id="4" name="Google Shape;1343;p50">
            <a:extLst>
              <a:ext uri="{FF2B5EF4-FFF2-40B4-BE49-F238E27FC236}">
                <a16:creationId xmlns:a16="http://schemas.microsoft.com/office/drawing/2014/main" id="{D8DEEF8C-CB7F-2D9A-78D2-FE89C8831A95}"/>
              </a:ext>
            </a:extLst>
          </p:cNvPr>
          <p:cNvSpPr/>
          <p:nvPr/>
        </p:nvSpPr>
        <p:spPr>
          <a:xfrm>
            <a:off x="8185955" y="3784600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cxnSp>
        <p:nvCxnSpPr>
          <p:cNvPr id="5" name="Google Shape;1352;p50">
            <a:extLst>
              <a:ext uri="{FF2B5EF4-FFF2-40B4-BE49-F238E27FC236}">
                <a16:creationId xmlns:a16="http://schemas.microsoft.com/office/drawing/2014/main" id="{F4025D41-1D1E-64DC-F828-03B9FD90DB43}"/>
              </a:ext>
            </a:extLst>
          </p:cNvPr>
          <p:cNvCxnSpPr>
            <a:cxnSpLocks/>
          </p:cNvCxnSpPr>
          <p:nvPr/>
        </p:nvCxnSpPr>
        <p:spPr>
          <a:xfrm flipH="1">
            <a:off x="7937245" y="4360727"/>
            <a:ext cx="58478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0" name="Google Shape;1350;p50">
            <a:extLst>
              <a:ext uri="{FF2B5EF4-FFF2-40B4-BE49-F238E27FC236}">
                <a16:creationId xmlns:a16="http://schemas.microsoft.com/office/drawing/2014/main" id="{753AD517-CCA2-C3E9-5ECC-6CAFB3E8B71A}"/>
              </a:ext>
            </a:extLst>
          </p:cNvPr>
          <p:cNvSpPr txBox="1"/>
          <p:nvPr/>
        </p:nvSpPr>
        <p:spPr>
          <a:xfrm>
            <a:off x="8379111" y="3698337"/>
            <a:ext cx="2913888" cy="1131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 algn="ctr"/>
            <a:r>
              <a:rPr lang="he-IL" sz="2800" dirty="0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שינויים ברמת הפיקסל</a:t>
            </a:r>
            <a:endParaRPr sz="28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13" name="Google Shape;1351;p50">
            <a:extLst>
              <a:ext uri="{FF2B5EF4-FFF2-40B4-BE49-F238E27FC236}">
                <a16:creationId xmlns:a16="http://schemas.microsoft.com/office/drawing/2014/main" id="{4BEB4C92-F5B5-DD17-3EE6-E1A12C39A80C}"/>
              </a:ext>
            </a:extLst>
          </p:cNvPr>
          <p:cNvSpPr txBox="1"/>
          <p:nvPr/>
        </p:nvSpPr>
        <p:spPr>
          <a:xfrm>
            <a:off x="8223137" y="4754629"/>
            <a:ext cx="3046000" cy="81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/>
            <a:r>
              <a:rPr lang="he-IL" dirty="0">
                <a:solidFill>
                  <a:schemeClr val="dk1"/>
                </a:solidFill>
                <a:latin typeface="Segoe UI Semilight" panose="020B0402040204020203" pitchFamily="34" charset="0"/>
                <a:ea typeface="Roboto"/>
                <a:cs typeface="Segoe UI Semilight" panose="020B0402040204020203" pitchFamily="34" charset="0"/>
                <a:sym typeface="Roboto"/>
              </a:rPr>
              <a:t>התמקדות באזורי מפתח כמו לוגו, דפוסי סוליה וכו' </a:t>
            </a:r>
            <a:endParaRPr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25" name="Google Shape;1354;p50">
            <a:extLst>
              <a:ext uri="{FF2B5EF4-FFF2-40B4-BE49-F238E27FC236}">
                <a16:creationId xmlns:a16="http://schemas.microsoft.com/office/drawing/2014/main" id="{CCA9E2D3-E509-4ECF-301F-F0E162347B16}"/>
              </a:ext>
            </a:extLst>
          </p:cNvPr>
          <p:cNvSpPr txBox="1"/>
          <p:nvPr/>
        </p:nvSpPr>
        <p:spPr>
          <a:xfrm>
            <a:off x="997124" y="2173315"/>
            <a:ext cx="2913888" cy="78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/>
            <a:r>
              <a:rPr lang="he-IL" dirty="0">
                <a:solidFill>
                  <a:schemeClr val="dk1"/>
                </a:solidFill>
                <a:latin typeface="Segoe UI Semilight" panose="020B0402040204020203" pitchFamily="34" charset="0"/>
                <a:ea typeface="Roboto"/>
                <a:cs typeface="Segoe UI Semilight" panose="020B0402040204020203" pitchFamily="34" charset="0"/>
                <a:sym typeface="Roboto"/>
              </a:rPr>
              <a:t>בחירת תכונות ספציפיות</a:t>
            </a:r>
            <a:endParaRPr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26" name="Google Shape;1354;p50">
            <a:extLst>
              <a:ext uri="{FF2B5EF4-FFF2-40B4-BE49-F238E27FC236}">
                <a16:creationId xmlns:a16="http://schemas.microsoft.com/office/drawing/2014/main" id="{23CB301C-3913-88FC-E0F4-13C8F22D6BB8}"/>
              </a:ext>
            </a:extLst>
          </p:cNvPr>
          <p:cNvSpPr txBox="1"/>
          <p:nvPr/>
        </p:nvSpPr>
        <p:spPr>
          <a:xfrm>
            <a:off x="-250719" y="3647236"/>
            <a:ext cx="4674333" cy="127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/>
            <a:r>
              <a:rPr lang="he-IL" dirty="0">
                <a:solidFill>
                  <a:schemeClr val="dk1"/>
                </a:solidFill>
                <a:latin typeface="Segoe UI Semilight" panose="020B0402040204020203" pitchFamily="34" charset="0"/>
                <a:ea typeface="Roboto"/>
                <a:cs typeface="Segoe UI Semilight" panose="020B0402040204020203" pitchFamily="34" charset="0"/>
                <a:sym typeface="Roboto"/>
              </a:rPr>
              <a:t>לוגו (צורה, צבע, מיקום)</a:t>
            </a:r>
          </a:p>
          <a:p>
            <a:pPr lvl="0" algn="ctr"/>
            <a:r>
              <a:rPr lang="he-IL" dirty="0">
                <a:solidFill>
                  <a:schemeClr val="dk1"/>
                </a:solidFill>
                <a:latin typeface="Segoe UI Semilight" panose="020B0402040204020203" pitchFamily="34" charset="0"/>
                <a:ea typeface="Roboto"/>
                <a:cs typeface="Segoe UI Semilight" panose="020B0402040204020203" pitchFamily="34" charset="0"/>
                <a:sym typeface="Roboto"/>
              </a:rPr>
              <a:t>סוליה (ברק, עיוותי מבנה, חריצים)</a:t>
            </a:r>
          </a:p>
          <a:p>
            <a:pPr lvl="0" algn="ctr"/>
            <a:r>
              <a:rPr lang="he-IL" dirty="0">
                <a:solidFill>
                  <a:schemeClr val="dk1"/>
                </a:solidFill>
                <a:latin typeface="Segoe UI Semilight" panose="020B0402040204020203" pitchFamily="34" charset="0"/>
                <a:ea typeface="Roboto"/>
                <a:cs typeface="Segoe UI Semilight" panose="020B0402040204020203" pitchFamily="34" charset="0"/>
                <a:sym typeface="Roboto"/>
              </a:rPr>
              <a:t>תפרים (מרווחים שווים, זוויות, חורי אוורור)</a:t>
            </a:r>
          </a:p>
          <a:p>
            <a:pPr lvl="0" algn="ctr"/>
            <a:endParaRPr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cxnSp>
        <p:nvCxnSpPr>
          <p:cNvPr id="28" name="מחבר חץ ישר 27">
            <a:extLst>
              <a:ext uri="{FF2B5EF4-FFF2-40B4-BE49-F238E27FC236}">
                <a16:creationId xmlns:a16="http://schemas.microsoft.com/office/drawing/2014/main" id="{4750A2D3-9680-A873-DEE7-7A47DF9A4B77}"/>
              </a:ext>
            </a:extLst>
          </p:cNvPr>
          <p:cNvCxnSpPr/>
          <p:nvPr/>
        </p:nvCxnSpPr>
        <p:spPr>
          <a:xfrm>
            <a:off x="2454068" y="2764971"/>
            <a:ext cx="0" cy="933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574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>
          <a:extLst>
            <a:ext uri="{FF2B5EF4-FFF2-40B4-BE49-F238E27FC236}">
              <a16:creationId xmlns:a16="http://schemas.microsoft.com/office/drawing/2014/main" id="{ED64E7D9-782F-8542-0B86-35F68B6A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3">
            <a:extLst>
              <a:ext uri="{FF2B5EF4-FFF2-40B4-BE49-F238E27FC236}">
                <a16:creationId xmlns:a16="http://schemas.microsoft.com/office/drawing/2014/main" id="{912470B4-72DB-C51E-343D-918D0F9755BB}"/>
              </a:ext>
            </a:extLst>
          </p:cNvPr>
          <p:cNvSpPr/>
          <p:nvPr/>
        </p:nvSpPr>
        <p:spPr>
          <a:xfrm rot="-3661577" flipH="1">
            <a:off x="809023" y="-404624"/>
            <a:ext cx="2106764" cy="2555901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pic>
        <p:nvPicPr>
          <p:cNvPr id="1060" name="Google Shape;1060;p43">
            <a:extLst>
              <a:ext uri="{FF2B5EF4-FFF2-40B4-BE49-F238E27FC236}">
                <a16:creationId xmlns:a16="http://schemas.microsoft.com/office/drawing/2014/main" id="{EDF5693C-C00A-2489-0636-66EE1DD700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76" y="5586597"/>
            <a:ext cx="4290840" cy="88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כותרת משנה 4">
            <a:extLst>
              <a:ext uri="{FF2B5EF4-FFF2-40B4-BE49-F238E27FC236}">
                <a16:creationId xmlns:a16="http://schemas.microsoft.com/office/drawing/2014/main" id="{0D9EE0E9-788D-338E-6070-5D4740E33BF9}"/>
              </a:ext>
            </a:extLst>
          </p:cNvPr>
          <p:cNvSpPr txBox="1">
            <a:spLocks/>
          </p:cNvSpPr>
          <p:nvPr/>
        </p:nvSpPr>
        <p:spPr>
          <a:xfrm>
            <a:off x="1507643" y="1007484"/>
            <a:ext cx="9214679" cy="5003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061" name="Google Shape;1061;p43">
            <a:extLst>
              <a:ext uri="{FF2B5EF4-FFF2-40B4-BE49-F238E27FC236}">
                <a16:creationId xmlns:a16="http://schemas.microsoft.com/office/drawing/2014/main" id="{76514585-B8AB-5337-746A-EC8C8212CF6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5021" y="323353"/>
            <a:ext cx="2345300" cy="10999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46;p37">
            <a:extLst>
              <a:ext uri="{FF2B5EF4-FFF2-40B4-BE49-F238E27FC236}">
                <a16:creationId xmlns:a16="http://schemas.microsoft.com/office/drawing/2014/main" id="{757F2645-DD9D-149F-DEA2-7E67FC8A0AA5}"/>
              </a:ext>
            </a:extLst>
          </p:cNvPr>
          <p:cNvSpPr txBox="1">
            <a:spLocks/>
          </p:cNvSpPr>
          <p:nvPr/>
        </p:nvSpPr>
        <p:spPr>
          <a:xfrm>
            <a:off x="951000" y="1220962"/>
            <a:ext cx="10290000" cy="9852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>
            <a:lvl1pPr lvl="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6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pPr algn="ctr"/>
            <a:r>
              <a:rPr lang="he-IL" sz="44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דוגמא </a:t>
            </a:r>
            <a:r>
              <a:rPr lang="he-IL" sz="44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לפרומט</a:t>
            </a:r>
            <a:endParaRPr lang="he-IL" sz="44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3" name="תמונה 2" descr="תמונה שמכילה טקסט, צילום מסך, גופן, מסמ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1AC56A0-CF62-6674-A9A9-0B0CBD704B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21" y="602153"/>
            <a:ext cx="11340721" cy="5932494"/>
          </a:xfrm>
          <a:prstGeom prst="rect">
            <a:avLst/>
          </a:prstGeom>
        </p:spPr>
      </p:pic>
      <p:sp>
        <p:nvSpPr>
          <p:cNvPr id="4" name="כותרת 4">
            <a:extLst>
              <a:ext uri="{FF2B5EF4-FFF2-40B4-BE49-F238E27FC236}">
                <a16:creationId xmlns:a16="http://schemas.microsoft.com/office/drawing/2014/main" id="{B8925387-1BE1-1E6B-8902-E44D73E2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7286" y="276345"/>
            <a:ext cx="4196874" cy="9446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he-IL" sz="4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דוגמא </a:t>
            </a:r>
            <a:r>
              <a:rPr lang="he-IL" sz="48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לפרומט</a:t>
            </a:r>
            <a:endParaRPr lang="he-IL" sz="4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72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1546;p58">
            <a:extLst>
              <a:ext uri="{FF2B5EF4-FFF2-40B4-BE49-F238E27FC236}">
                <a16:creationId xmlns:a16="http://schemas.microsoft.com/office/drawing/2014/main" id="{FE9F73BE-33BA-F5AD-E3C5-A4D0E9AB5537}"/>
              </a:ext>
            </a:extLst>
          </p:cNvPr>
          <p:cNvSpPr/>
          <p:nvPr/>
        </p:nvSpPr>
        <p:spPr>
          <a:xfrm rot="3434011" flipH="1">
            <a:off x="-464479" y="-648157"/>
            <a:ext cx="7173728" cy="8159519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545" name="Google Shape;1545;p58"/>
          <p:cNvSpPr/>
          <p:nvPr/>
        </p:nvSpPr>
        <p:spPr>
          <a:xfrm>
            <a:off x="5490357" y="904864"/>
            <a:ext cx="5991200" cy="449870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546" name="Google Shape;1546;p58"/>
          <p:cNvSpPr/>
          <p:nvPr/>
        </p:nvSpPr>
        <p:spPr>
          <a:xfrm rot="7138556" flipH="1">
            <a:off x="9842367" y="-515815"/>
            <a:ext cx="2226909" cy="2442783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547" name="Google Shape;1547;p58"/>
          <p:cNvSpPr/>
          <p:nvPr/>
        </p:nvSpPr>
        <p:spPr>
          <a:xfrm flipH="1">
            <a:off x="9177212" y="-127668"/>
            <a:ext cx="3342955" cy="2110359"/>
          </a:xfrm>
          <a:custGeom>
            <a:avLst/>
            <a:gdLst/>
            <a:ahLst/>
            <a:cxnLst/>
            <a:rect l="l" t="t" r="r" b="b"/>
            <a:pathLst>
              <a:path w="138827" h="74039" extrusionOk="0">
                <a:moveTo>
                  <a:pt x="138684" y="0"/>
                </a:moveTo>
                <a:cubicBezTo>
                  <a:pt x="138684" y="10680"/>
                  <a:pt x="139255" y="21531"/>
                  <a:pt x="137160" y="32004"/>
                </a:cubicBezTo>
                <a:cubicBezTo>
                  <a:pt x="135360" y="41002"/>
                  <a:pt x="127278" y="48900"/>
                  <a:pt x="118872" y="52578"/>
                </a:cubicBezTo>
                <a:cubicBezTo>
                  <a:pt x="109906" y="56501"/>
                  <a:pt x="99131" y="55640"/>
                  <a:pt x="89535" y="53721"/>
                </a:cubicBezTo>
                <a:cubicBezTo>
                  <a:pt x="83297" y="52473"/>
                  <a:pt x="75235" y="51029"/>
                  <a:pt x="72390" y="45339"/>
                </a:cubicBezTo>
                <a:cubicBezTo>
                  <a:pt x="70830" y="42220"/>
                  <a:pt x="70855" y="35625"/>
                  <a:pt x="74295" y="35052"/>
                </a:cubicBezTo>
                <a:cubicBezTo>
                  <a:pt x="80063" y="34091"/>
                  <a:pt x="85619" y="43857"/>
                  <a:pt x="84201" y="49530"/>
                </a:cubicBezTo>
                <a:cubicBezTo>
                  <a:pt x="82305" y="57114"/>
                  <a:pt x="74704" y="62339"/>
                  <a:pt x="68199" y="66675"/>
                </a:cubicBezTo>
                <a:cubicBezTo>
                  <a:pt x="57793" y="73613"/>
                  <a:pt x="43652" y="71601"/>
                  <a:pt x="31242" y="73152"/>
                </a:cubicBezTo>
                <a:cubicBezTo>
                  <a:pt x="20859" y="74450"/>
                  <a:pt x="9359" y="74783"/>
                  <a:pt x="0" y="70104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pic>
        <p:nvPicPr>
          <p:cNvPr id="1550" name="Google Shape;155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642" y="367015"/>
            <a:ext cx="3896569" cy="115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9933" y="5545151"/>
            <a:ext cx="3342967" cy="481396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58"/>
          <p:cNvSpPr/>
          <p:nvPr/>
        </p:nvSpPr>
        <p:spPr>
          <a:xfrm rot="10800000" flipH="1">
            <a:off x="-42197" y="5325985"/>
            <a:ext cx="3591033" cy="1625633"/>
          </a:xfrm>
          <a:custGeom>
            <a:avLst/>
            <a:gdLst/>
            <a:ahLst/>
            <a:cxnLst/>
            <a:rect l="l" t="t" r="r" b="b"/>
            <a:pathLst>
              <a:path w="107731" h="48769" extrusionOk="0">
                <a:moveTo>
                  <a:pt x="670" y="1143"/>
                </a:moveTo>
                <a:cubicBezTo>
                  <a:pt x="-1849" y="12476"/>
                  <a:pt x="3369" y="26715"/>
                  <a:pt x="12481" y="33909"/>
                </a:cubicBezTo>
                <a:cubicBezTo>
                  <a:pt x="27156" y="45495"/>
                  <a:pt x="48825" y="51779"/>
                  <a:pt x="66964" y="47244"/>
                </a:cubicBezTo>
                <a:cubicBezTo>
                  <a:pt x="77425" y="44629"/>
                  <a:pt x="88565" y="39169"/>
                  <a:pt x="94396" y="30099"/>
                </a:cubicBezTo>
                <a:cubicBezTo>
                  <a:pt x="100330" y="20868"/>
                  <a:pt x="102823" y="9815"/>
                  <a:pt x="107731" y="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sp>
        <p:nvSpPr>
          <p:cNvPr id="8" name="כותרת 4">
            <a:extLst>
              <a:ext uri="{FF2B5EF4-FFF2-40B4-BE49-F238E27FC236}">
                <a16:creationId xmlns:a16="http://schemas.microsoft.com/office/drawing/2014/main" id="{15A28333-D20F-60D9-57CA-95E2A5CF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9215" y="954360"/>
            <a:ext cx="2470409" cy="1193963"/>
          </a:xfrm>
        </p:spPr>
        <p:txBody>
          <a:bodyPr/>
          <a:lstStyle/>
          <a:p>
            <a:r>
              <a:rPr lang="en-US" sz="54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EDA</a:t>
            </a:r>
            <a:endParaRPr lang="he-IL" sz="54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B0FEA04B-FF24-0EBC-0B64-9BAC77E03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6101" y="1786180"/>
            <a:ext cx="5487907" cy="3335170"/>
          </a:xfrm>
        </p:spPr>
        <p:txBody>
          <a:bodyPr/>
          <a:lstStyle/>
          <a:p>
            <a:pPr algn="r" rtl="1"/>
            <a:r>
              <a:rPr lang="he-IL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מצב </a:t>
            </a:r>
            <a:r>
              <a:rPr lang="he-IL" sz="17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נוכחי</a:t>
            </a:r>
            <a:r>
              <a:rPr lang="he-IL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:</a:t>
            </a:r>
            <a:r>
              <a:rPr lang="en-US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he-IL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110 תמונות מקוריות ו-35 תמונות סינתטיות.</a:t>
            </a:r>
          </a:p>
          <a:p>
            <a:pPr algn="r" rtl="1"/>
            <a:endParaRPr lang="he-IL" sz="17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r>
              <a:rPr lang="he-IL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בשלב הזה של הפרויקט התמקדנו ביצירת </a:t>
            </a:r>
            <a:r>
              <a:rPr lang="he-IL" sz="17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פרומפטים</a:t>
            </a:r>
            <a:endParaRPr lang="he-IL" sz="17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r>
              <a:rPr lang="he-IL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מדויקים וכיול מודל ה-</a:t>
            </a:r>
            <a:r>
              <a:rPr lang="en-US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Stable </a:t>
            </a:r>
            <a:r>
              <a:rPr lang="en-US" sz="17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Diffution</a:t>
            </a:r>
            <a:r>
              <a:rPr lang="he-IL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</a:p>
          <a:p>
            <a:pPr algn="r" rtl="1"/>
            <a:endParaRPr lang="he-IL" sz="17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r>
              <a:rPr lang="he-IL" sz="17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המשך עבודה: </a:t>
            </a:r>
            <a:r>
              <a:rPr lang="he-IL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בשלב הבא נבצע הגדלה משמעותית של </a:t>
            </a:r>
          </a:p>
          <a:p>
            <a:pPr algn="r" rtl="1"/>
            <a:r>
              <a:rPr lang="he-IL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כמות הזיופים כדי להגיע ליחס של 1:4 לטובת הזיופים </a:t>
            </a:r>
          </a:p>
          <a:p>
            <a:pPr algn="r" rtl="1"/>
            <a:r>
              <a:rPr lang="he-IL" sz="17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במטרה לאפשר למודל ללמוד מגוון רחב של "פגמים".</a:t>
            </a:r>
          </a:p>
          <a:p>
            <a:pPr algn="r" rtl="1"/>
            <a:endParaRPr lang="he-IL" sz="17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7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7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7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7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7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7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7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7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425450" indent="-285750" algn="r" rtl="1">
              <a:buFont typeface="Arial" panose="020B0604020202020204" pitchFamily="34" charset="0"/>
              <a:buChar char="•"/>
            </a:pPr>
            <a:endParaRPr lang="he-IL" sz="17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7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7" name="Google Shape;1033;p42">
            <a:extLst>
              <a:ext uri="{FF2B5EF4-FFF2-40B4-BE49-F238E27FC236}">
                <a16:creationId xmlns:a16="http://schemas.microsoft.com/office/drawing/2014/main" id="{FA6A752C-DF91-C848-F892-D8DB1662CD68}"/>
              </a:ext>
            </a:extLst>
          </p:cNvPr>
          <p:cNvGrpSpPr/>
          <p:nvPr/>
        </p:nvGrpSpPr>
        <p:grpSpPr>
          <a:xfrm>
            <a:off x="507273" y="1424218"/>
            <a:ext cx="5502664" cy="3732309"/>
            <a:chOff x="5290825" y="4513975"/>
            <a:chExt cx="1830625" cy="2180350"/>
          </a:xfrm>
        </p:grpSpPr>
        <p:sp>
          <p:nvSpPr>
            <p:cNvPr id="11" name="Google Shape;1034;p42">
              <a:extLst>
                <a:ext uri="{FF2B5EF4-FFF2-40B4-BE49-F238E27FC236}">
                  <a16:creationId xmlns:a16="http://schemas.microsoft.com/office/drawing/2014/main" id="{46C8408A-FD8F-7E30-558C-844274DB5FF2}"/>
                </a:ext>
              </a:extLst>
            </p:cNvPr>
            <p:cNvSpPr/>
            <p:nvPr/>
          </p:nvSpPr>
          <p:spPr>
            <a:xfrm>
              <a:off x="5290825" y="4513975"/>
              <a:ext cx="1830625" cy="2180350"/>
            </a:xfrm>
            <a:custGeom>
              <a:avLst/>
              <a:gdLst/>
              <a:ahLst/>
              <a:cxnLst/>
              <a:rect l="l" t="t" r="r" b="b"/>
              <a:pathLst>
                <a:path w="73225" h="87214" extrusionOk="0">
                  <a:moveTo>
                    <a:pt x="70247" y="3727"/>
                  </a:moveTo>
                  <a:lnTo>
                    <a:pt x="70247" y="83499"/>
                  </a:lnTo>
                  <a:lnTo>
                    <a:pt x="2977" y="83499"/>
                  </a:lnTo>
                  <a:lnTo>
                    <a:pt x="2977" y="3727"/>
                  </a:lnTo>
                  <a:close/>
                  <a:moveTo>
                    <a:pt x="1" y="1"/>
                  </a:moveTo>
                  <a:lnTo>
                    <a:pt x="1" y="87214"/>
                  </a:lnTo>
                  <a:lnTo>
                    <a:pt x="73224" y="87214"/>
                  </a:lnTo>
                  <a:lnTo>
                    <a:pt x="73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grpSp>
          <p:nvGrpSpPr>
            <p:cNvPr id="12" name="Google Shape;1035;p42">
              <a:extLst>
                <a:ext uri="{FF2B5EF4-FFF2-40B4-BE49-F238E27FC236}">
                  <a16:creationId xmlns:a16="http://schemas.microsoft.com/office/drawing/2014/main" id="{89BC485E-525E-72BC-4A5E-F841CD44CCFB}"/>
                </a:ext>
              </a:extLst>
            </p:cNvPr>
            <p:cNvGrpSpPr/>
            <p:nvPr/>
          </p:nvGrpSpPr>
          <p:grpSpPr>
            <a:xfrm>
              <a:off x="5365250" y="6625850"/>
              <a:ext cx="420900" cy="37825"/>
              <a:chOff x="5365250" y="6625850"/>
              <a:chExt cx="420900" cy="37825"/>
            </a:xfrm>
          </p:grpSpPr>
          <p:sp>
            <p:nvSpPr>
              <p:cNvPr id="13" name="Google Shape;1036;p42">
                <a:extLst>
                  <a:ext uri="{FF2B5EF4-FFF2-40B4-BE49-F238E27FC236}">
                    <a16:creationId xmlns:a16="http://schemas.microsoft.com/office/drawing/2014/main" id="{F2713502-BCBB-8EAD-C4E3-A63A82040901}"/>
                  </a:ext>
                </a:extLst>
              </p:cNvPr>
              <p:cNvSpPr/>
              <p:nvPr/>
            </p:nvSpPr>
            <p:spPr>
              <a:xfrm>
                <a:off x="5365250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24" y="0"/>
                    </a:moveTo>
                    <a:cubicBezTo>
                      <a:pt x="441" y="0"/>
                      <a:pt x="357" y="24"/>
                      <a:pt x="274" y="48"/>
                    </a:cubicBezTo>
                    <a:cubicBezTo>
                      <a:pt x="203" y="84"/>
                      <a:pt x="131" y="131"/>
                      <a:pt x="84" y="191"/>
                    </a:cubicBezTo>
                    <a:cubicBezTo>
                      <a:pt x="48" y="262"/>
                      <a:pt x="24" y="346"/>
                      <a:pt x="24" y="441"/>
                    </a:cubicBezTo>
                    <a:cubicBezTo>
                      <a:pt x="24" y="465"/>
                      <a:pt x="24" y="489"/>
                      <a:pt x="24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14" y="536"/>
                    </a:lnTo>
                    <a:lnTo>
                      <a:pt x="214" y="441"/>
                    </a:lnTo>
                    <a:cubicBezTo>
                      <a:pt x="214" y="393"/>
                      <a:pt x="214" y="346"/>
                      <a:pt x="238" y="310"/>
                    </a:cubicBezTo>
                    <a:cubicBezTo>
                      <a:pt x="262" y="262"/>
                      <a:pt x="298" y="227"/>
                      <a:pt x="334" y="203"/>
                    </a:cubicBezTo>
                    <a:cubicBezTo>
                      <a:pt x="381" y="179"/>
                      <a:pt x="441" y="167"/>
                      <a:pt x="524" y="167"/>
                    </a:cubicBezTo>
                    <a:cubicBezTo>
                      <a:pt x="584" y="167"/>
                      <a:pt x="631" y="179"/>
                      <a:pt x="679" y="191"/>
                    </a:cubicBezTo>
                    <a:cubicBezTo>
                      <a:pt x="715" y="215"/>
                      <a:pt x="750" y="250"/>
                      <a:pt x="762" y="286"/>
                    </a:cubicBezTo>
                    <a:cubicBezTo>
                      <a:pt x="786" y="322"/>
                      <a:pt x="798" y="358"/>
                      <a:pt x="798" y="405"/>
                    </a:cubicBezTo>
                    <a:cubicBezTo>
                      <a:pt x="798" y="477"/>
                      <a:pt x="786" y="536"/>
                      <a:pt x="750" y="596"/>
                    </a:cubicBezTo>
                    <a:cubicBezTo>
                      <a:pt x="715" y="643"/>
                      <a:pt x="667" y="703"/>
                      <a:pt x="607" y="751"/>
                    </a:cubicBezTo>
                    <a:cubicBezTo>
                      <a:pt x="548" y="798"/>
                      <a:pt x="476" y="846"/>
                      <a:pt x="417" y="893"/>
                    </a:cubicBezTo>
                    <a:cubicBezTo>
                      <a:pt x="357" y="929"/>
                      <a:pt x="310" y="965"/>
                      <a:pt x="262" y="1001"/>
                    </a:cubicBezTo>
                    <a:cubicBezTo>
                      <a:pt x="214" y="1048"/>
                      <a:pt x="167" y="1084"/>
                      <a:pt x="131" y="1120"/>
                    </a:cubicBezTo>
                    <a:cubicBezTo>
                      <a:pt x="95" y="1167"/>
                      <a:pt x="60" y="1215"/>
                      <a:pt x="36" y="1262"/>
                    </a:cubicBezTo>
                    <a:cubicBezTo>
                      <a:pt x="12" y="1310"/>
                      <a:pt x="0" y="1370"/>
                      <a:pt x="0" y="1429"/>
                    </a:cubicBezTo>
                    <a:lnTo>
                      <a:pt x="0" y="1489"/>
                    </a:lnTo>
                    <a:lnTo>
                      <a:pt x="1000" y="1489"/>
                    </a:lnTo>
                    <a:lnTo>
                      <a:pt x="1000" y="1310"/>
                    </a:lnTo>
                    <a:lnTo>
                      <a:pt x="226" y="1310"/>
                    </a:lnTo>
                    <a:cubicBezTo>
                      <a:pt x="238" y="1286"/>
                      <a:pt x="250" y="1251"/>
                      <a:pt x="286" y="1215"/>
                    </a:cubicBezTo>
                    <a:cubicBezTo>
                      <a:pt x="322" y="1179"/>
                      <a:pt x="357" y="1143"/>
                      <a:pt x="393" y="1120"/>
                    </a:cubicBezTo>
                    <a:cubicBezTo>
                      <a:pt x="441" y="1084"/>
                      <a:pt x="488" y="1048"/>
                      <a:pt x="536" y="1024"/>
                    </a:cubicBezTo>
                    <a:cubicBezTo>
                      <a:pt x="595" y="977"/>
                      <a:pt x="655" y="929"/>
                      <a:pt x="715" y="882"/>
                    </a:cubicBezTo>
                    <a:cubicBezTo>
                      <a:pt x="774" y="846"/>
                      <a:pt x="822" y="798"/>
                      <a:pt x="857" y="751"/>
                    </a:cubicBezTo>
                    <a:cubicBezTo>
                      <a:pt x="905" y="703"/>
                      <a:pt x="929" y="655"/>
                      <a:pt x="953" y="596"/>
                    </a:cubicBezTo>
                    <a:cubicBezTo>
                      <a:pt x="976" y="536"/>
                      <a:pt x="988" y="477"/>
                      <a:pt x="988" y="417"/>
                    </a:cubicBezTo>
                    <a:cubicBezTo>
                      <a:pt x="988" y="358"/>
                      <a:pt x="988" y="310"/>
                      <a:pt x="965" y="262"/>
                    </a:cubicBezTo>
                    <a:cubicBezTo>
                      <a:pt x="953" y="215"/>
                      <a:pt x="917" y="167"/>
                      <a:pt x="881" y="131"/>
                    </a:cubicBezTo>
                    <a:cubicBezTo>
                      <a:pt x="846" y="96"/>
                      <a:pt x="798" y="60"/>
                      <a:pt x="738" y="36"/>
                    </a:cubicBezTo>
                    <a:cubicBezTo>
                      <a:pt x="679" y="12"/>
                      <a:pt x="607" y="0"/>
                      <a:pt x="5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4" name="Google Shape;1037;p42">
                <a:extLst>
                  <a:ext uri="{FF2B5EF4-FFF2-40B4-BE49-F238E27FC236}">
                    <a16:creationId xmlns:a16="http://schemas.microsoft.com/office/drawing/2014/main" id="{23383659-F236-6DF8-2732-9C6D99742336}"/>
                  </a:ext>
                </a:extLst>
              </p:cNvPr>
              <p:cNvSpPr/>
              <p:nvPr/>
            </p:nvSpPr>
            <p:spPr>
              <a:xfrm>
                <a:off x="5395600" y="6626150"/>
                <a:ext cx="250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501" extrusionOk="0">
                    <a:moveTo>
                      <a:pt x="501" y="155"/>
                    </a:moveTo>
                    <a:cubicBezTo>
                      <a:pt x="584" y="155"/>
                      <a:pt x="644" y="179"/>
                      <a:pt x="691" y="215"/>
                    </a:cubicBezTo>
                    <a:cubicBezTo>
                      <a:pt x="739" y="250"/>
                      <a:pt x="763" y="322"/>
                      <a:pt x="786" y="393"/>
                    </a:cubicBezTo>
                    <a:cubicBezTo>
                      <a:pt x="798" y="477"/>
                      <a:pt x="810" y="584"/>
                      <a:pt x="810" y="703"/>
                    </a:cubicBezTo>
                    <a:lnTo>
                      <a:pt x="810" y="798"/>
                    </a:lnTo>
                    <a:cubicBezTo>
                      <a:pt x="810" y="917"/>
                      <a:pt x="798" y="1024"/>
                      <a:pt x="786" y="1096"/>
                    </a:cubicBezTo>
                    <a:cubicBezTo>
                      <a:pt x="763" y="1179"/>
                      <a:pt x="739" y="1239"/>
                      <a:pt x="691" y="1286"/>
                    </a:cubicBezTo>
                    <a:cubicBezTo>
                      <a:pt x="644" y="1322"/>
                      <a:pt x="584" y="1346"/>
                      <a:pt x="501" y="1346"/>
                    </a:cubicBezTo>
                    <a:cubicBezTo>
                      <a:pt x="417" y="1346"/>
                      <a:pt x="358" y="1322"/>
                      <a:pt x="310" y="1286"/>
                    </a:cubicBezTo>
                    <a:cubicBezTo>
                      <a:pt x="263" y="1239"/>
                      <a:pt x="239" y="1179"/>
                      <a:pt x="215" y="1096"/>
                    </a:cubicBezTo>
                    <a:cubicBezTo>
                      <a:pt x="203" y="1024"/>
                      <a:pt x="191" y="917"/>
                      <a:pt x="191" y="798"/>
                    </a:cubicBezTo>
                    <a:lnTo>
                      <a:pt x="191" y="703"/>
                    </a:lnTo>
                    <a:cubicBezTo>
                      <a:pt x="191" y="584"/>
                      <a:pt x="203" y="477"/>
                      <a:pt x="215" y="393"/>
                    </a:cubicBezTo>
                    <a:cubicBezTo>
                      <a:pt x="239" y="322"/>
                      <a:pt x="274" y="262"/>
                      <a:pt x="310" y="215"/>
                    </a:cubicBezTo>
                    <a:cubicBezTo>
                      <a:pt x="358" y="179"/>
                      <a:pt x="417" y="155"/>
                      <a:pt x="501" y="155"/>
                    </a:cubicBezTo>
                    <a:close/>
                    <a:moveTo>
                      <a:pt x="501" y="0"/>
                    </a:moveTo>
                    <a:cubicBezTo>
                      <a:pt x="429" y="0"/>
                      <a:pt x="358" y="12"/>
                      <a:pt x="286" y="36"/>
                    </a:cubicBezTo>
                    <a:cubicBezTo>
                      <a:pt x="227" y="60"/>
                      <a:pt x="179" y="96"/>
                      <a:pt x="132" y="155"/>
                    </a:cubicBezTo>
                    <a:cubicBezTo>
                      <a:pt x="84" y="215"/>
                      <a:pt x="60" y="286"/>
                      <a:pt x="36" y="381"/>
                    </a:cubicBezTo>
                    <a:cubicBezTo>
                      <a:pt x="13" y="477"/>
                      <a:pt x="1" y="608"/>
                      <a:pt x="1" y="750"/>
                    </a:cubicBezTo>
                    <a:cubicBezTo>
                      <a:pt x="1" y="893"/>
                      <a:pt x="13" y="1024"/>
                      <a:pt x="36" y="1120"/>
                    </a:cubicBezTo>
                    <a:cubicBezTo>
                      <a:pt x="60" y="1215"/>
                      <a:pt x="84" y="1286"/>
                      <a:pt x="132" y="1346"/>
                    </a:cubicBezTo>
                    <a:cubicBezTo>
                      <a:pt x="179" y="1405"/>
                      <a:pt x="227" y="1441"/>
                      <a:pt x="286" y="1465"/>
                    </a:cubicBezTo>
                    <a:cubicBezTo>
                      <a:pt x="358" y="1489"/>
                      <a:pt x="429" y="1501"/>
                      <a:pt x="501" y="1501"/>
                    </a:cubicBezTo>
                    <a:cubicBezTo>
                      <a:pt x="584" y="1501"/>
                      <a:pt x="655" y="1489"/>
                      <a:pt x="715" y="1465"/>
                    </a:cubicBezTo>
                    <a:cubicBezTo>
                      <a:pt x="775" y="1441"/>
                      <a:pt x="834" y="1405"/>
                      <a:pt x="870" y="1346"/>
                    </a:cubicBezTo>
                    <a:cubicBezTo>
                      <a:pt x="917" y="1286"/>
                      <a:pt x="953" y="1215"/>
                      <a:pt x="977" y="1120"/>
                    </a:cubicBezTo>
                    <a:cubicBezTo>
                      <a:pt x="989" y="1024"/>
                      <a:pt x="1001" y="893"/>
                      <a:pt x="1001" y="750"/>
                    </a:cubicBezTo>
                    <a:cubicBezTo>
                      <a:pt x="1001" y="608"/>
                      <a:pt x="989" y="477"/>
                      <a:pt x="977" y="381"/>
                    </a:cubicBezTo>
                    <a:cubicBezTo>
                      <a:pt x="953" y="286"/>
                      <a:pt x="917" y="215"/>
                      <a:pt x="870" y="155"/>
                    </a:cubicBezTo>
                    <a:cubicBezTo>
                      <a:pt x="834" y="96"/>
                      <a:pt x="775" y="60"/>
                      <a:pt x="715" y="36"/>
                    </a:cubicBezTo>
                    <a:cubicBezTo>
                      <a:pt x="655" y="12"/>
                      <a:pt x="584" y="0"/>
                      <a:pt x="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5" name="Google Shape;1038;p42">
                <a:extLst>
                  <a:ext uri="{FF2B5EF4-FFF2-40B4-BE49-F238E27FC236}">
                    <a16:creationId xmlns:a16="http://schemas.microsoft.com/office/drawing/2014/main" id="{B1EC8F1E-6132-9224-D320-A4348D15974F}"/>
                  </a:ext>
                </a:extLst>
              </p:cNvPr>
              <p:cNvSpPr/>
              <p:nvPr/>
            </p:nvSpPr>
            <p:spPr>
              <a:xfrm>
                <a:off x="5426250" y="6625850"/>
                <a:ext cx="250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489" extrusionOk="0">
                    <a:moveTo>
                      <a:pt x="525" y="0"/>
                    </a:moveTo>
                    <a:cubicBezTo>
                      <a:pt x="441" y="0"/>
                      <a:pt x="346" y="24"/>
                      <a:pt x="275" y="48"/>
                    </a:cubicBezTo>
                    <a:cubicBezTo>
                      <a:pt x="191" y="84"/>
                      <a:pt x="132" y="131"/>
                      <a:pt x="84" y="191"/>
                    </a:cubicBezTo>
                    <a:cubicBezTo>
                      <a:pt x="37" y="262"/>
                      <a:pt x="13" y="346"/>
                      <a:pt x="13" y="441"/>
                    </a:cubicBezTo>
                    <a:cubicBezTo>
                      <a:pt x="13" y="465"/>
                      <a:pt x="13" y="489"/>
                      <a:pt x="25" y="501"/>
                    </a:cubicBezTo>
                    <a:cubicBezTo>
                      <a:pt x="25" y="512"/>
                      <a:pt x="25" y="524"/>
                      <a:pt x="25" y="536"/>
                    </a:cubicBezTo>
                    <a:lnTo>
                      <a:pt x="203" y="536"/>
                    </a:lnTo>
                    <a:lnTo>
                      <a:pt x="203" y="441"/>
                    </a:lnTo>
                    <a:cubicBezTo>
                      <a:pt x="203" y="393"/>
                      <a:pt x="215" y="346"/>
                      <a:pt x="239" y="310"/>
                    </a:cubicBezTo>
                    <a:cubicBezTo>
                      <a:pt x="263" y="262"/>
                      <a:pt x="299" y="227"/>
                      <a:pt x="334" y="203"/>
                    </a:cubicBezTo>
                    <a:cubicBezTo>
                      <a:pt x="382" y="179"/>
                      <a:pt x="441" y="167"/>
                      <a:pt x="513" y="167"/>
                    </a:cubicBezTo>
                    <a:cubicBezTo>
                      <a:pt x="584" y="167"/>
                      <a:pt x="632" y="179"/>
                      <a:pt x="680" y="191"/>
                    </a:cubicBezTo>
                    <a:cubicBezTo>
                      <a:pt x="715" y="215"/>
                      <a:pt x="751" y="250"/>
                      <a:pt x="763" y="286"/>
                    </a:cubicBezTo>
                    <a:cubicBezTo>
                      <a:pt x="787" y="322"/>
                      <a:pt x="799" y="358"/>
                      <a:pt x="799" y="405"/>
                    </a:cubicBezTo>
                    <a:cubicBezTo>
                      <a:pt x="799" y="477"/>
                      <a:pt x="775" y="536"/>
                      <a:pt x="739" y="596"/>
                    </a:cubicBezTo>
                    <a:cubicBezTo>
                      <a:pt x="703" y="643"/>
                      <a:pt x="668" y="703"/>
                      <a:pt x="608" y="751"/>
                    </a:cubicBezTo>
                    <a:cubicBezTo>
                      <a:pt x="549" y="798"/>
                      <a:pt x="477" y="846"/>
                      <a:pt x="406" y="893"/>
                    </a:cubicBezTo>
                    <a:cubicBezTo>
                      <a:pt x="358" y="929"/>
                      <a:pt x="311" y="965"/>
                      <a:pt x="263" y="1001"/>
                    </a:cubicBezTo>
                    <a:cubicBezTo>
                      <a:pt x="215" y="1048"/>
                      <a:pt x="168" y="1084"/>
                      <a:pt x="132" y="1120"/>
                    </a:cubicBezTo>
                    <a:cubicBezTo>
                      <a:pt x="84" y="1167"/>
                      <a:pt x="60" y="1215"/>
                      <a:pt x="37" y="1262"/>
                    </a:cubicBezTo>
                    <a:cubicBezTo>
                      <a:pt x="13" y="1310"/>
                      <a:pt x="1" y="1370"/>
                      <a:pt x="1" y="1429"/>
                    </a:cubicBezTo>
                    <a:lnTo>
                      <a:pt x="1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51" y="1251"/>
                      <a:pt x="287" y="1215"/>
                    </a:cubicBezTo>
                    <a:cubicBezTo>
                      <a:pt x="311" y="1179"/>
                      <a:pt x="358" y="1143"/>
                      <a:pt x="394" y="1120"/>
                    </a:cubicBezTo>
                    <a:cubicBezTo>
                      <a:pt x="441" y="1084"/>
                      <a:pt x="489" y="1048"/>
                      <a:pt x="537" y="1024"/>
                    </a:cubicBezTo>
                    <a:cubicBezTo>
                      <a:pt x="596" y="977"/>
                      <a:pt x="656" y="929"/>
                      <a:pt x="715" y="882"/>
                    </a:cubicBezTo>
                    <a:cubicBezTo>
                      <a:pt x="763" y="846"/>
                      <a:pt x="822" y="798"/>
                      <a:pt x="858" y="751"/>
                    </a:cubicBezTo>
                    <a:cubicBezTo>
                      <a:pt x="906" y="703"/>
                      <a:pt x="930" y="655"/>
                      <a:pt x="953" y="596"/>
                    </a:cubicBezTo>
                    <a:cubicBezTo>
                      <a:pt x="977" y="536"/>
                      <a:pt x="989" y="477"/>
                      <a:pt x="989" y="417"/>
                    </a:cubicBezTo>
                    <a:cubicBezTo>
                      <a:pt x="989" y="358"/>
                      <a:pt x="977" y="310"/>
                      <a:pt x="965" y="262"/>
                    </a:cubicBezTo>
                    <a:cubicBezTo>
                      <a:pt x="942" y="215"/>
                      <a:pt x="918" y="167"/>
                      <a:pt x="882" y="131"/>
                    </a:cubicBezTo>
                    <a:cubicBezTo>
                      <a:pt x="846" y="96"/>
                      <a:pt x="799" y="60"/>
                      <a:pt x="739" y="36"/>
                    </a:cubicBezTo>
                    <a:cubicBezTo>
                      <a:pt x="680" y="12"/>
                      <a:pt x="608" y="0"/>
                      <a:pt x="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6" name="Google Shape;1039;p42">
                <a:extLst>
                  <a:ext uri="{FF2B5EF4-FFF2-40B4-BE49-F238E27FC236}">
                    <a16:creationId xmlns:a16="http://schemas.microsoft.com/office/drawing/2014/main" id="{22EA7FB4-1F9B-A959-2D8F-1AB03A14D3CB}"/>
                  </a:ext>
                </a:extLst>
              </p:cNvPr>
              <p:cNvSpPr/>
              <p:nvPr/>
            </p:nvSpPr>
            <p:spPr>
              <a:xfrm>
                <a:off x="5456625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24" y="0"/>
                    </a:moveTo>
                    <a:cubicBezTo>
                      <a:pt x="429" y="0"/>
                      <a:pt x="346" y="24"/>
                      <a:pt x="274" y="48"/>
                    </a:cubicBezTo>
                    <a:cubicBezTo>
                      <a:pt x="191" y="84"/>
                      <a:pt x="131" y="131"/>
                      <a:pt x="84" y="191"/>
                    </a:cubicBezTo>
                    <a:cubicBezTo>
                      <a:pt x="36" y="262"/>
                      <a:pt x="12" y="346"/>
                      <a:pt x="12" y="441"/>
                    </a:cubicBezTo>
                    <a:cubicBezTo>
                      <a:pt x="12" y="465"/>
                      <a:pt x="12" y="489"/>
                      <a:pt x="12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03" y="536"/>
                    </a:lnTo>
                    <a:lnTo>
                      <a:pt x="203" y="441"/>
                    </a:lnTo>
                    <a:cubicBezTo>
                      <a:pt x="203" y="393"/>
                      <a:pt x="215" y="346"/>
                      <a:pt x="239" y="310"/>
                    </a:cubicBezTo>
                    <a:cubicBezTo>
                      <a:pt x="262" y="262"/>
                      <a:pt x="286" y="227"/>
                      <a:pt x="334" y="203"/>
                    </a:cubicBezTo>
                    <a:cubicBezTo>
                      <a:pt x="381" y="179"/>
                      <a:pt x="441" y="167"/>
                      <a:pt x="512" y="167"/>
                    </a:cubicBezTo>
                    <a:cubicBezTo>
                      <a:pt x="584" y="167"/>
                      <a:pt x="631" y="179"/>
                      <a:pt x="667" y="191"/>
                    </a:cubicBezTo>
                    <a:cubicBezTo>
                      <a:pt x="715" y="215"/>
                      <a:pt x="739" y="250"/>
                      <a:pt x="762" y="286"/>
                    </a:cubicBezTo>
                    <a:cubicBezTo>
                      <a:pt x="786" y="322"/>
                      <a:pt x="798" y="358"/>
                      <a:pt x="798" y="405"/>
                    </a:cubicBezTo>
                    <a:cubicBezTo>
                      <a:pt x="798" y="477"/>
                      <a:pt x="774" y="536"/>
                      <a:pt x="739" y="596"/>
                    </a:cubicBezTo>
                    <a:cubicBezTo>
                      <a:pt x="703" y="643"/>
                      <a:pt x="655" y="703"/>
                      <a:pt x="596" y="751"/>
                    </a:cubicBezTo>
                    <a:cubicBezTo>
                      <a:pt x="536" y="798"/>
                      <a:pt x="477" y="846"/>
                      <a:pt x="405" y="893"/>
                    </a:cubicBezTo>
                    <a:cubicBezTo>
                      <a:pt x="358" y="929"/>
                      <a:pt x="310" y="965"/>
                      <a:pt x="262" y="1001"/>
                    </a:cubicBezTo>
                    <a:cubicBezTo>
                      <a:pt x="215" y="1048"/>
                      <a:pt x="167" y="1084"/>
                      <a:pt x="131" y="1120"/>
                    </a:cubicBezTo>
                    <a:cubicBezTo>
                      <a:pt x="84" y="1167"/>
                      <a:pt x="60" y="1215"/>
                      <a:pt x="36" y="1262"/>
                    </a:cubicBezTo>
                    <a:cubicBezTo>
                      <a:pt x="12" y="1310"/>
                      <a:pt x="0" y="1370"/>
                      <a:pt x="0" y="1429"/>
                    </a:cubicBezTo>
                    <a:lnTo>
                      <a:pt x="0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50" y="1251"/>
                      <a:pt x="286" y="1215"/>
                    </a:cubicBezTo>
                    <a:cubicBezTo>
                      <a:pt x="310" y="1179"/>
                      <a:pt x="358" y="1143"/>
                      <a:pt x="393" y="1120"/>
                    </a:cubicBezTo>
                    <a:cubicBezTo>
                      <a:pt x="441" y="1084"/>
                      <a:pt x="489" y="1048"/>
                      <a:pt x="524" y="1024"/>
                    </a:cubicBezTo>
                    <a:cubicBezTo>
                      <a:pt x="596" y="977"/>
                      <a:pt x="655" y="929"/>
                      <a:pt x="715" y="882"/>
                    </a:cubicBezTo>
                    <a:cubicBezTo>
                      <a:pt x="762" y="846"/>
                      <a:pt x="810" y="798"/>
                      <a:pt x="858" y="751"/>
                    </a:cubicBezTo>
                    <a:cubicBezTo>
                      <a:pt x="893" y="703"/>
                      <a:pt x="929" y="655"/>
                      <a:pt x="953" y="596"/>
                    </a:cubicBezTo>
                    <a:cubicBezTo>
                      <a:pt x="977" y="536"/>
                      <a:pt x="989" y="477"/>
                      <a:pt x="989" y="417"/>
                    </a:cubicBezTo>
                    <a:cubicBezTo>
                      <a:pt x="989" y="358"/>
                      <a:pt x="977" y="310"/>
                      <a:pt x="965" y="262"/>
                    </a:cubicBezTo>
                    <a:cubicBezTo>
                      <a:pt x="941" y="215"/>
                      <a:pt x="917" y="167"/>
                      <a:pt x="881" y="131"/>
                    </a:cubicBezTo>
                    <a:cubicBezTo>
                      <a:pt x="834" y="96"/>
                      <a:pt x="786" y="60"/>
                      <a:pt x="739" y="36"/>
                    </a:cubicBezTo>
                    <a:cubicBezTo>
                      <a:pt x="679" y="12"/>
                      <a:pt x="608" y="0"/>
                      <a:pt x="5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7" name="Google Shape;1040;p42">
                <a:extLst>
                  <a:ext uri="{FF2B5EF4-FFF2-40B4-BE49-F238E27FC236}">
                    <a16:creationId xmlns:a16="http://schemas.microsoft.com/office/drawing/2014/main" id="{EAA38267-FAB2-2442-F78D-DE1FC6B450D5}"/>
                  </a:ext>
                </a:extLst>
              </p:cNvPr>
              <p:cNvSpPr/>
              <p:nvPr/>
            </p:nvSpPr>
            <p:spPr>
              <a:xfrm>
                <a:off x="5499175" y="6626450"/>
                <a:ext cx="223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894" h="1465" extrusionOk="0">
                    <a:moveTo>
                      <a:pt x="465" y="0"/>
                    </a:moveTo>
                    <a:cubicBezTo>
                      <a:pt x="430" y="48"/>
                      <a:pt x="370" y="72"/>
                      <a:pt x="322" y="96"/>
                    </a:cubicBezTo>
                    <a:cubicBezTo>
                      <a:pt x="263" y="119"/>
                      <a:pt x="215" y="143"/>
                      <a:pt x="156" y="155"/>
                    </a:cubicBezTo>
                    <a:cubicBezTo>
                      <a:pt x="96" y="167"/>
                      <a:pt x="49" y="179"/>
                      <a:pt x="1" y="179"/>
                    </a:cubicBezTo>
                    <a:lnTo>
                      <a:pt x="1" y="298"/>
                    </a:lnTo>
                    <a:lnTo>
                      <a:pt x="370" y="298"/>
                    </a:lnTo>
                    <a:lnTo>
                      <a:pt x="370" y="1310"/>
                    </a:lnTo>
                    <a:lnTo>
                      <a:pt x="1" y="1310"/>
                    </a:lnTo>
                    <a:lnTo>
                      <a:pt x="1" y="1465"/>
                    </a:lnTo>
                    <a:lnTo>
                      <a:pt x="894" y="1465"/>
                    </a:lnTo>
                    <a:lnTo>
                      <a:pt x="894" y="1310"/>
                    </a:lnTo>
                    <a:lnTo>
                      <a:pt x="549" y="1310"/>
                    </a:lnTo>
                    <a:lnTo>
                      <a:pt x="5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8" name="Google Shape;1041;p42">
                <a:extLst>
                  <a:ext uri="{FF2B5EF4-FFF2-40B4-BE49-F238E27FC236}">
                    <a16:creationId xmlns:a16="http://schemas.microsoft.com/office/drawing/2014/main" id="{CBAF6FCF-1D94-AA59-FB49-ABD137B284A3}"/>
                  </a:ext>
                </a:extLst>
              </p:cNvPr>
              <p:cNvSpPr/>
              <p:nvPr/>
            </p:nvSpPr>
            <p:spPr>
              <a:xfrm>
                <a:off x="5525975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36" y="0"/>
                    </a:moveTo>
                    <a:cubicBezTo>
                      <a:pt x="441" y="0"/>
                      <a:pt x="358" y="24"/>
                      <a:pt x="274" y="48"/>
                    </a:cubicBezTo>
                    <a:cubicBezTo>
                      <a:pt x="203" y="84"/>
                      <a:pt x="143" y="131"/>
                      <a:pt x="96" y="191"/>
                    </a:cubicBezTo>
                    <a:cubicBezTo>
                      <a:pt x="48" y="262"/>
                      <a:pt x="24" y="346"/>
                      <a:pt x="24" y="441"/>
                    </a:cubicBezTo>
                    <a:cubicBezTo>
                      <a:pt x="24" y="465"/>
                      <a:pt x="24" y="489"/>
                      <a:pt x="24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15" y="536"/>
                    </a:lnTo>
                    <a:lnTo>
                      <a:pt x="215" y="441"/>
                    </a:lnTo>
                    <a:cubicBezTo>
                      <a:pt x="215" y="393"/>
                      <a:pt x="227" y="346"/>
                      <a:pt x="251" y="310"/>
                    </a:cubicBezTo>
                    <a:cubicBezTo>
                      <a:pt x="262" y="262"/>
                      <a:pt x="298" y="227"/>
                      <a:pt x="346" y="203"/>
                    </a:cubicBezTo>
                    <a:cubicBezTo>
                      <a:pt x="393" y="179"/>
                      <a:pt x="453" y="167"/>
                      <a:pt x="524" y="167"/>
                    </a:cubicBezTo>
                    <a:cubicBezTo>
                      <a:pt x="584" y="167"/>
                      <a:pt x="643" y="179"/>
                      <a:pt x="679" y="191"/>
                    </a:cubicBezTo>
                    <a:cubicBezTo>
                      <a:pt x="727" y="215"/>
                      <a:pt x="751" y="250"/>
                      <a:pt x="774" y="286"/>
                    </a:cubicBezTo>
                    <a:cubicBezTo>
                      <a:pt x="798" y="322"/>
                      <a:pt x="798" y="358"/>
                      <a:pt x="798" y="405"/>
                    </a:cubicBezTo>
                    <a:cubicBezTo>
                      <a:pt x="798" y="477"/>
                      <a:pt x="786" y="536"/>
                      <a:pt x="751" y="596"/>
                    </a:cubicBezTo>
                    <a:cubicBezTo>
                      <a:pt x="715" y="643"/>
                      <a:pt x="667" y="703"/>
                      <a:pt x="608" y="751"/>
                    </a:cubicBezTo>
                    <a:cubicBezTo>
                      <a:pt x="548" y="798"/>
                      <a:pt x="489" y="846"/>
                      <a:pt x="417" y="893"/>
                    </a:cubicBezTo>
                    <a:cubicBezTo>
                      <a:pt x="370" y="929"/>
                      <a:pt x="310" y="965"/>
                      <a:pt x="262" y="1001"/>
                    </a:cubicBezTo>
                    <a:cubicBezTo>
                      <a:pt x="215" y="1048"/>
                      <a:pt x="167" y="1084"/>
                      <a:pt x="132" y="1120"/>
                    </a:cubicBezTo>
                    <a:cubicBezTo>
                      <a:pt x="96" y="1167"/>
                      <a:pt x="60" y="1215"/>
                      <a:pt x="36" y="1262"/>
                    </a:cubicBezTo>
                    <a:cubicBezTo>
                      <a:pt x="12" y="1310"/>
                      <a:pt x="1" y="1370"/>
                      <a:pt x="1" y="1429"/>
                    </a:cubicBezTo>
                    <a:lnTo>
                      <a:pt x="1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62" y="1251"/>
                      <a:pt x="286" y="1215"/>
                    </a:cubicBezTo>
                    <a:cubicBezTo>
                      <a:pt x="322" y="1179"/>
                      <a:pt x="358" y="1143"/>
                      <a:pt x="405" y="1120"/>
                    </a:cubicBezTo>
                    <a:cubicBezTo>
                      <a:pt x="453" y="1084"/>
                      <a:pt x="489" y="1048"/>
                      <a:pt x="536" y="1024"/>
                    </a:cubicBezTo>
                    <a:cubicBezTo>
                      <a:pt x="608" y="977"/>
                      <a:pt x="667" y="929"/>
                      <a:pt x="715" y="882"/>
                    </a:cubicBezTo>
                    <a:cubicBezTo>
                      <a:pt x="774" y="846"/>
                      <a:pt x="822" y="798"/>
                      <a:pt x="870" y="751"/>
                    </a:cubicBezTo>
                    <a:cubicBezTo>
                      <a:pt x="905" y="703"/>
                      <a:pt x="941" y="655"/>
                      <a:pt x="965" y="596"/>
                    </a:cubicBezTo>
                    <a:cubicBezTo>
                      <a:pt x="989" y="536"/>
                      <a:pt x="1001" y="477"/>
                      <a:pt x="1001" y="417"/>
                    </a:cubicBezTo>
                    <a:cubicBezTo>
                      <a:pt x="1001" y="358"/>
                      <a:pt x="989" y="310"/>
                      <a:pt x="965" y="262"/>
                    </a:cubicBezTo>
                    <a:cubicBezTo>
                      <a:pt x="953" y="215"/>
                      <a:pt x="929" y="167"/>
                      <a:pt x="882" y="131"/>
                    </a:cubicBezTo>
                    <a:cubicBezTo>
                      <a:pt x="846" y="96"/>
                      <a:pt x="798" y="60"/>
                      <a:pt x="739" y="36"/>
                    </a:cubicBezTo>
                    <a:cubicBezTo>
                      <a:pt x="679" y="12"/>
                      <a:pt x="608" y="0"/>
                      <a:pt x="5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9" name="Google Shape;1042;p42">
                <a:extLst>
                  <a:ext uri="{FF2B5EF4-FFF2-40B4-BE49-F238E27FC236}">
                    <a16:creationId xmlns:a16="http://schemas.microsoft.com/office/drawing/2014/main" id="{A1133E66-BBB3-A8DD-2DAB-4CE89AF4683F}"/>
                  </a:ext>
                </a:extLst>
              </p:cNvPr>
              <p:cNvSpPr/>
              <p:nvPr/>
            </p:nvSpPr>
            <p:spPr>
              <a:xfrm>
                <a:off x="5556050" y="6626150"/>
                <a:ext cx="25600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501" extrusionOk="0">
                    <a:moveTo>
                      <a:pt x="512" y="0"/>
                    </a:moveTo>
                    <a:cubicBezTo>
                      <a:pt x="417" y="0"/>
                      <a:pt x="333" y="12"/>
                      <a:pt x="262" y="48"/>
                    </a:cubicBezTo>
                    <a:cubicBezTo>
                      <a:pt x="191" y="84"/>
                      <a:pt x="131" y="131"/>
                      <a:pt x="95" y="191"/>
                    </a:cubicBezTo>
                    <a:cubicBezTo>
                      <a:pt x="48" y="250"/>
                      <a:pt x="36" y="322"/>
                      <a:pt x="36" y="405"/>
                    </a:cubicBezTo>
                    <a:lnTo>
                      <a:pt x="36" y="441"/>
                    </a:lnTo>
                    <a:lnTo>
                      <a:pt x="226" y="441"/>
                    </a:lnTo>
                    <a:lnTo>
                      <a:pt x="226" y="405"/>
                    </a:lnTo>
                    <a:cubicBezTo>
                      <a:pt x="226" y="358"/>
                      <a:pt x="238" y="310"/>
                      <a:pt x="262" y="262"/>
                    </a:cubicBezTo>
                    <a:cubicBezTo>
                      <a:pt x="286" y="227"/>
                      <a:pt x="322" y="203"/>
                      <a:pt x="369" y="179"/>
                    </a:cubicBezTo>
                    <a:cubicBezTo>
                      <a:pt x="417" y="155"/>
                      <a:pt x="464" y="155"/>
                      <a:pt x="524" y="155"/>
                    </a:cubicBezTo>
                    <a:cubicBezTo>
                      <a:pt x="572" y="155"/>
                      <a:pt x="619" y="167"/>
                      <a:pt x="667" y="179"/>
                    </a:cubicBezTo>
                    <a:cubicBezTo>
                      <a:pt x="703" y="191"/>
                      <a:pt x="738" y="227"/>
                      <a:pt x="762" y="262"/>
                    </a:cubicBezTo>
                    <a:cubicBezTo>
                      <a:pt x="786" y="298"/>
                      <a:pt x="798" y="334"/>
                      <a:pt x="798" y="393"/>
                    </a:cubicBezTo>
                    <a:cubicBezTo>
                      <a:pt x="798" y="465"/>
                      <a:pt x="786" y="512"/>
                      <a:pt x="762" y="548"/>
                    </a:cubicBezTo>
                    <a:cubicBezTo>
                      <a:pt x="726" y="584"/>
                      <a:pt x="691" y="619"/>
                      <a:pt x="655" y="631"/>
                    </a:cubicBezTo>
                    <a:cubicBezTo>
                      <a:pt x="607" y="643"/>
                      <a:pt x="560" y="655"/>
                      <a:pt x="500" y="655"/>
                    </a:cubicBezTo>
                    <a:lnTo>
                      <a:pt x="345" y="655"/>
                    </a:lnTo>
                    <a:lnTo>
                      <a:pt x="345" y="810"/>
                    </a:lnTo>
                    <a:lnTo>
                      <a:pt x="500" y="810"/>
                    </a:lnTo>
                    <a:cubicBezTo>
                      <a:pt x="548" y="810"/>
                      <a:pt x="607" y="822"/>
                      <a:pt x="655" y="834"/>
                    </a:cubicBezTo>
                    <a:cubicBezTo>
                      <a:pt x="714" y="846"/>
                      <a:pt x="750" y="881"/>
                      <a:pt x="786" y="917"/>
                    </a:cubicBezTo>
                    <a:cubicBezTo>
                      <a:pt x="822" y="953"/>
                      <a:pt x="834" y="1000"/>
                      <a:pt x="834" y="1072"/>
                    </a:cubicBezTo>
                    <a:cubicBezTo>
                      <a:pt x="834" y="1167"/>
                      <a:pt x="810" y="1239"/>
                      <a:pt x="738" y="1274"/>
                    </a:cubicBezTo>
                    <a:cubicBezTo>
                      <a:pt x="679" y="1322"/>
                      <a:pt x="607" y="1346"/>
                      <a:pt x="500" y="1346"/>
                    </a:cubicBezTo>
                    <a:cubicBezTo>
                      <a:pt x="405" y="1346"/>
                      <a:pt x="333" y="1322"/>
                      <a:pt x="274" y="1274"/>
                    </a:cubicBezTo>
                    <a:cubicBezTo>
                      <a:pt x="214" y="1227"/>
                      <a:pt x="191" y="1167"/>
                      <a:pt x="191" y="1072"/>
                    </a:cubicBezTo>
                    <a:lnTo>
                      <a:pt x="191" y="1048"/>
                    </a:lnTo>
                    <a:lnTo>
                      <a:pt x="0" y="1048"/>
                    </a:lnTo>
                    <a:lnTo>
                      <a:pt x="0" y="1072"/>
                    </a:lnTo>
                    <a:cubicBezTo>
                      <a:pt x="0" y="1167"/>
                      <a:pt x="24" y="1239"/>
                      <a:pt x="60" y="1298"/>
                    </a:cubicBezTo>
                    <a:cubicBezTo>
                      <a:pt x="95" y="1370"/>
                      <a:pt x="155" y="1417"/>
                      <a:pt x="238" y="1453"/>
                    </a:cubicBezTo>
                    <a:cubicBezTo>
                      <a:pt x="310" y="1489"/>
                      <a:pt x="405" y="1501"/>
                      <a:pt x="524" y="1501"/>
                    </a:cubicBezTo>
                    <a:cubicBezTo>
                      <a:pt x="619" y="1501"/>
                      <a:pt x="703" y="1489"/>
                      <a:pt x="786" y="1453"/>
                    </a:cubicBezTo>
                    <a:cubicBezTo>
                      <a:pt x="857" y="1417"/>
                      <a:pt x="917" y="1370"/>
                      <a:pt x="964" y="1310"/>
                    </a:cubicBezTo>
                    <a:cubicBezTo>
                      <a:pt x="1000" y="1250"/>
                      <a:pt x="1024" y="1167"/>
                      <a:pt x="1024" y="1084"/>
                    </a:cubicBezTo>
                    <a:cubicBezTo>
                      <a:pt x="1024" y="989"/>
                      <a:pt x="1000" y="917"/>
                      <a:pt x="953" y="858"/>
                    </a:cubicBezTo>
                    <a:cubicBezTo>
                      <a:pt x="893" y="798"/>
                      <a:pt x="834" y="750"/>
                      <a:pt x="750" y="727"/>
                    </a:cubicBezTo>
                    <a:cubicBezTo>
                      <a:pt x="798" y="703"/>
                      <a:pt x="834" y="679"/>
                      <a:pt x="869" y="655"/>
                    </a:cubicBezTo>
                    <a:cubicBezTo>
                      <a:pt x="905" y="619"/>
                      <a:pt x="941" y="584"/>
                      <a:pt x="964" y="548"/>
                    </a:cubicBezTo>
                    <a:cubicBezTo>
                      <a:pt x="988" y="500"/>
                      <a:pt x="1000" y="453"/>
                      <a:pt x="1000" y="381"/>
                    </a:cubicBezTo>
                    <a:cubicBezTo>
                      <a:pt x="1000" y="298"/>
                      <a:pt x="976" y="227"/>
                      <a:pt x="929" y="167"/>
                    </a:cubicBezTo>
                    <a:cubicBezTo>
                      <a:pt x="893" y="108"/>
                      <a:pt x="834" y="72"/>
                      <a:pt x="762" y="36"/>
                    </a:cubicBezTo>
                    <a:cubicBezTo>
                      <a:pt x="691" y="12"/>
                      <a:pt x="607" y="0"/>
                      <a:pt x="5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20" name="Google Shape;1043;p42">
                <a:extLst>
                  <a:ext uri="{FF2B5EF4-FFF2-40B4-BE49-F238E27FC236}">
                    <a16:creationId xmlns:a16="http://schemas.microsoft.com/office/drawing/2014/main" id="{50E4B052-CD0E-174B-4A93-A47C3B56ACAD}"/>
                  </a:ext>
                </a:extLst>
              </p:cNvPr>
              <p:cNvSpPr/>
              <p:nvPr/>
            </p:nvSpPr>
            <p:spPr>
              <a:xfrm>
                <a:off x="5597125" y="6626150"/>
                <a:ext cx="26500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477" extrusionOk="0">
                    <a:moveTo>
                      <a:pt x="393" y="0"/>
                    </a:moveTo>
                    <a:cubicBezTo>
                      <a:pt x="369" y="108"/>
                      <a:pt x="334" y="227"/>
                      <a:pt x="298" y="334"/>
                    </a:cubicBezTo>
                    <a:cubicBezTo>
                      <a:pt x="262" y="441"/>
                      <a:pt x="214" y="548"/>
                      <a:pt x="167" y="655"/>
                    </a:cubicBezTo>
                    <a:cubicBezTo>
                      <a:pt x="119" y="762"/>
                      <a:pt x="60" y="858"/>
                      <a:pt x="0" y="965"/>
                    </a:cubicBezTo>
                    <a:lnTo>
                      <a:pt x="0" y="1120"/>
                    </a:lnTo>
                    <a:lnTo>
                      <a:pt x="679" y="1120"/>
                    </a:lnTo>
                    <a:lnTo>
                      <a:pt x="679" y="1477"/>
                    </a:lnTo>
                    <a:lnTo>
                      <a:pt x="869" y="1477"/>
                    </a:lnTo>
                    <a:lnTo>
                      <a:pt x="869" y="1120"/>
                    </a:lnTo>
                    <a:lnTo>
                      <a:pt x="1060" y="1120"/>
                    </a:lnTo>
                    <a:lnTo>
                      <a:pt x="1060" y="965"/>
                    </a:lnTo>
                    <a:lnTo>
                      <a:pt x="869" y="965"/>
                    </a:lnTo>
                    <a:lnTo>
                      <a:pt x="869" y="215"/>
                    </a:lnTo>
                    <a:lnTo>
                      <a:pt x="774" y="215"/>
                    </a:lnTo>
                    <a:cubicBezTo>
                      <a:pt x="774" y="227"/>
                      <a:pt x="762" y="250"/>
                      <a:pt x="762" y="274"/>
                    </a:cubicBezTo>
                    <a:cubicBezTo>
                      <a:pt x="750" y="298"/>
                      <a:pt x="738" y="322"/>
                      <a:pt x="738" y="358"/>
                    </a:cubicBezTo>
                    <a:lnTo>
                      <a:pt x="703" y="429"/>
                    </a:lnTo>
                    <a:cubicBezTo>
                      <a:pt x="703" y="453"/>
                      <a:pt x="691" y="477"/>
                      <a:pt x="679" y="500"/>
                    </a:cubicBezTo>
                    <a:lnTo>
                      <a:pt x="679" y="965"/>
                    </a:lnTo>
                    <a:lnTo>
                      <a:pt x="179" y="965"/>
                    </a:lnTo>
                    <a:cubicBezTo>
                      <a:pt x="203" y="941"/>
                      <a:pt x="226" y="905"/>
                      <a:pt x="250" y="858"/>
                    </a:cubicBezTo>
                    <a:cubicBezTo>
                      <a:pt x="274" y="810"/>
                      <a:pt x="310" y="750"/>
                      <a:pt x="345" y="679"/>
                    </a:cubicBezTo>
                    <a:cubicBezTo>
                      <a:pt x="369" y="619"/>
                      <a:pt x="405" y="548"/>
                      <a:pt x="441" y="465"/>
                    </a:cubicBezTo>
                    <a:cubicBezTo>
                      <a:pt x="464" y="393"/>
                      <a:pt x="500" y="310"/>
                      <a:pt x="524" y="238"/>
                    </a:cubicBezTo>
                    <a:cubicBezTo>
                      <a:pt x="548" y="155"/>
                      <a:pt x="572" y="72"/>
                      <a:pt x="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21" name="Google Shape;1044;p42">
                <a:extLst>
                  <a:ext uri="{FF2B5EF4-FFF2-40B4-BE49-F238E27FC236}">
                    <a16:creationId xmlns:a16="http://schemas.microsoft.com/office/drawing/2014/main" id="{19F89551-BBE2-D432-25EC-670C7ADF694B}"/>
                  </a:ext>
                </a:extLst>
              </p:cNvPr>
              <p:cNvSpPr/>
              <p:nvPr/>
            </p:nvSpPr>
            <p:spPr>
              <a:xfrm>
                <a:off x="5628075" y="6626750"/>
                <a:ext cx="25325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477" extrusionOk="0">
                    <a:moveTo>
                      <a:pt x="108" y="0"/>
                    </a:moveTo>
                    <a:lnTo>
                      <a:pt x="48" y="798"/>
                    </a:lnTo>
                    <a:lnTo>
                      <a:pt x="227" y="834"/>
                    </a:lnTo>
                    <a:cubicBezTo>
                      <a:pt x="250" y="798"/>
                      <a:pt x="274" y="762"/>
                      <a:pt x="298" y="738"/>
                    </a:cubicBezTo>
                    <a:cubicBezTo>
                      <a:pt x="334" y="715"/>
                      <a:pt x="369" y="703"/>
                      <a:pt x="405" y="691"/>
                    </a:cubicBezTo>
                    <a:cubicBezTo>
                      <a:pt x="441" y="667"/>
                      <a:pt x="489" y="667"/>
                      <a:pt x="524" y="667"/>
                    </a:cubicBezTo>
                    <a:cubicBezTo>
                      <a:pt x="584" y="667"/>
                      <a:pt x="631" y="679"/>
                      <a:pt x="679" y="703"/>
                    </a:cubicBezTo>
                    <a:cubicBezTo>
                      <a:pt x="727" y="726"/>
                      <a:pt x="762" y="750"/>
                      <a:pt x="786" y="798"/>
                    </a:cubicBezTo>
                    <a:cubicBezTo>
                      <a:pt x="810" y="846"/>
                      <a:pt x="822" y="905"/>
                      <a:pt x="822" y="976"/>
                    </a:cubicBezTo>
                    <a:cubicBezTo>
                      <a:pt x="822" y="1060"/>
                      <a:pt x="810" y="1119"/>
                      <a:pt x="774" y="1167"/>
                    </a:cubicBezTo>
                    <a:cubicBezTo>
                      <a:pt x="750" y="1226"/>
                      <a:pt x="715" y="1262"/>
                      <a:pt x="667" y="1286"/>
                    </a:cubicBezTo>
                    <a:cubicBezTo>
                      <a:pt x="620" y="1310"/>
                      <a:pt x="572" y="1322"/>
                      <a:pt x="512" y="1322"/>
                    </a:cubicBezTo>
                    <a:cubicBezTo>
                      <a:pt x="453" y="1322"/>
                      <a:pt x="393" y="1310"/>
                      <a:pt x="346" y="1286"/>
                    </a:cubicBezTo>
                    <a:cubicBezTo>
                      <a:pt x="298" y="1262"/>
                      <a:pt x="262" y="1215"/>
                      <a:pt x="227" y="1167"/>
                    </a:cubicBezTo>
                    <a:cubicBezTo>
                      <a:pt x="203" y="1119"/>
                      <a:pt x="191" y="1072"/>
                      <a:pt x="191" y="1000"/>
                    </a:cubicBezTo>
                    <a:lnTo>
                      <a:pt x="0" y="1000"/>
                    </a:lnTo>
                    <a:cubicBezTo>
                      <a:pt x="0" y="1096"/>
                      <a:pt x="24" y="1191"/>
                      <a:pt x="60" y="1262"/>
                    </a:cubicBezTo>
                    <a:cubicBezTo>
                      <a:pt x="108" y="1334"/>
                      <a:pt x="167" y="1381"/>
                      <a:pt x="239" y="1417"/>
                    </a:cubicBezTo>
                    <a:cubicBezTo>
                      <a:pt x="322" y="1453"/>
                      <a:pt x="405" y="1477"/>
                      <a:pt x="512" y="1477"/>
                    </a:cubicBezTo>
                    <a:cubicBezTo>
                      <a:pt x="620" y="1477"/>
                      <a:pt x="703" y="1453"/>
                      <a:pt x="774" y="1417"/>
                    </a:cubicBezTo>
                    <a:cubicBezTo>
                      <a:pt x="858" y="1381"/>
                      <a:pt x="905" y="1322"/>
                      <a:pt x="953" y="1238"/>
                    </a:cubicBezTo>
                    <a:cubicBezTo>
                      <a:pt x="989" y="1167"/>
                      <a:pt x="1012" y="1072"/>
                      <a:pt x="1012" y="965"/>
                    </a:cubicBezTo>
                    <a:cubicBezTo>
                      <a:pt x="1012" y="857"/>
                      <a:pt x="989" y="774"/>
                      <a:pt x="953" y="703"/>
                    </a:cubicBezTo>
                    <a:cubicBezTo>
                      <a:pt x="917" y="643"/>
                      <a:pt x="858" y="584"/>
                      <a:pt x="786" y="560"/>
                    </a:cubicBezTo>
                    <a:cubicBezTo>
                      <a:pt x="727" y="524"/>
                      <a:pt x="643" y="512"/>
                      <a:pt x="560" y="512"/>
                    </a:cubicBezTo>
                    <a:cubicBezTo>
                      <a:pt x="512" y="512"/>
                      <a:pt x="465" y="512"/>
                      <a:pt x="429" y="524"/>
                    </a:cubicBezTo>
                    <a:cubicBezTo>
                      <a:pt x="393" y="536"/>
                      <a:pt x="358" y="548"/>
                      <a:pt x="322" y="572"/>
                    </a:cubicBezTo>
                    <a:cubicBezTo>
                      <a:pt x="286" y="584"/>
                      <a:pt x="262" y="607"/>
                      <a:pt x="239" y="619"/>
                    </a:cubicBezTo>
                    <a:lnTo>
                      <a:pt x="274" y="167"/>
                    </a:lnTo>
                    <a:lnTo>
                      <a:pt x="941" y="167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5" name="Google Shape;1045;p42">
                <a:extLst>
                  <a:ext uri="{FF2B5EF4-FFF2-40B4-BE49-F238E27FC236}">
                    <a16:creationId xmlns:a16="http://schemas.microsoft.com/office/drawing/2014/main" id="{69CAF969-BF75-6B27-5F02-D74D4C2836BA}"/>
                  </a:ext>
                </a:extLst>
              </p:cNvPr>
              <p:cNvSpPr/>
              <p:nvPr/>
            </p:nvSpPr>
            <p:spPr>
              <a:xfrm>
                <a:off x="5658725" y="6626150"/>
                <a:ext cx="253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501" extrusionOk="0">
                    <a:moveTo>
                      <a:pt x="525" y="691"/>
                    </a:moveTo>
                    <a:cubicBezTo>
                      <a:pt x="596" y="691"/>
                      <a:pt x="644" y="703"/>
                      <a:pt x="691" y="739"/>
                    </a:cubicBezTo>
                    <a:cubicBezTo>
                      <a:pt x="739" y="762"/>
                      <a:pt x="775" y="810"/>
                      <a:pt x="787" y="858"/>
                    </a:cubicBezTo>
                    <a:cubicBezTo>
                      <a:pt x="810" y="905"/>
                      <a:pt x="822" y="953"/>
                      <a:pt x="822" y="1012"/>
                    </a:cubicBezTo>
                    <a:cubicBezTo>
                      <a:pt x="822" y="1072"/>
                      <a:pt x="810" y="1131"/>
                      <a:pt x="787" y="1179"/>
                    </a:cubicBezTo>
                    <a:cubicBezTo>
                      <a:pt x="763" y="1227"/>
                      <a:pt x="727" y="1274"/>
                      <a:pt x="691" y="1298"/>
                    </a:cubicBezTo>
                    <a:cubicBezTo>
                      <a:pt x="644" y="1334"/>
                      <a:pt x="584" y="1346"/>
                      <a:pt x="513" y="1346"/>
                    </a:cubicBezTo>
                    <a:cubicBezTo>
                      <a:pt x="441" y="1346"/>
                      <a:pt x="394" y="1334"/>
                      <a:pt x="346" y="1298"/>
                    </a:cubicBezTo>
                    <a:cubicBezTo>
                      <a:pt x="298" y="1274"/>
                      <a:pt x="263" y="1227"/>
                      <a:pt x="239" y="1179"/>
                    </a:cubicBezTo>
                    <a:cubicBezTo>
                      <a:pt x="215" y="1131"/>
                      <a:pt x="203" y="1084"/>
                      <a:pt x="203" y="1024"/>
                    </a:cubicBezTo>
                    <a:cubicBezTo>
                      <a:pt x="203" y="965"/>
                      <a:pt x="215" y="905"/>
                      <a:pt x="239" y="858"/>
                    </a:cubicBezTo>
                    <a:cubicBezTo>
                      <a:pt x="263" y="810"/>
                      <a:pt x="298" y="762"/>
                      <a:pt x="346" y="739"/>
                    </a:cubicBezTo>
                    <a:cubicBezTo>
                      <a:pt x="394" y="703"/>
                      <a:pt x="453" y="691"/>
                      <a:pt x="525" y="691"/>
                    </a:cubicBezTo>
                    <a:close/>
                    <a:moveTo>
                      <a:pt x="525" y="0"/>
                    </a:moveTo>
                    <a:cubicBezTo>
                      <a:pt x="441" y="0"/>
                      <a:pt x="370" y="12"/>
                      <a:pt x="298" y="36"/>
                    </a:cubicBezTo>
                    <a:cubicBezTo>
                      <a:pt x="239" y="60"/>
                      <a:pt x="179" y="108"/>
                      <a:pt x="132" y="167"/>
                    </a:cubicBezTo>
                    <a:cubicBezTo>
                      <a:pt x="84" y="227"/>
                      <a:pt x="60" y="310"/>
                      <a:pt x="36" y="417"/>
                    </a:cubicBezTo>
                    <a:cubicBezTo>
                      <a:pt x="1" y="512"/>
                      <a:pt x="1" y="643"/>
                      <a:pt x="1" y="786"/>
                    </a:cubicBezTo>
                    <a:cubicBezTo>
                      <a:pt x="1" y="929"/>
                      <a:pt x="1" y="1036"/>
                      <a:pt x="36" y="1131"/>
                    </a:cubicBezTo>
                    <a:cubicBezTo>
                      <a:pt x="60" y="1227"/>
                      <a:pt x="96" y="1298"/>
                      <a:pt x="132" y="1346"/>
                    </a:cubicBezTo>
                    <a:cubicBezTo>
                      <a:pt x="179" y="1405"/>
                      <a:pt x="239" y="1441"/>
                      <a:pt x="310" y="1465"/>
                    </a:cubicBezTo>
                    <a:cubicBezTo>
                      <a:pt x="370" y="1489"/>
                      <a:pt x="441" y="1501"/>
                      <a:pt x="525" y="1501"/>
                    </a:cubicBezTo>
                    <a:cubicBezTo>
                      <a:pt x="620" y="1501"/>
                      <a:pt x="703" y="1477"/>
                      <a:pt x="775" y="1441"/>
                    </a:cubicBezTo>
                    <a:cubicBezTo>
                      <a:pt x="846" y="1405"/>
                      <a:pt x="906" y="1346"/>
                      <a:pt x="941" y="1274"/>
                    </a:cubicBezTo>
                    <a:cubicBezTo>
                      <a:pt x="989" y="1191"/>
                      <a:pt x="1013" y="1108"/>
                      <a:pt x="1013" y="1012"/>
                    </a:cubicBezTo>
                    <a:cubicBezTo>
                      <a:pt x="1013" y="929"/>
                      <a:pt x="989" y="846"/>
                      <a:pt x="965" y="774"/>
                    </a:cubicBezTo>
                    <a:cubicBezTo>
                      <a:pt x="929" y="703"/>
                      <a:pt x="882" y="643"/>
                      <a:pt x="810" y="596"/>
                    </a:cubicBezTo>
                    <a:cubicBezTo>
                      <a:pt x="739" y="560"/>
                      <a:pt x="656" y="536"/>
                      <a:pt x="548" y="536"/>
                    </a:cubicBezTo>
                    <a:cubicBezTo>
                      <a:pt x="501" y="536"/>
                      <a:pt x="441" y="548"/>
                      <a:pt x="394" y="560"/>
                    </a:cubicBezTo>
                    <a:cubicBezTo>
                      <a:pt x="346" y="584"/>
                      <a:pt x="298" y="596"/>
                      <a:pt x="263" y="631"/>
                    </a:cubicBezTo>
                    <a:cubicBezTo>
                      <a:pt x="227" y="655"/>
                      <a:pt x="203" y="679"/>
                      <a:pt x="191" y="715"/>
                    </a:cubicBezTo>
                    <a:cubicBezTo>
                      <a:pt x="191" y="596"/>
                      <a:pt x="191" y="500"/>
                      <a:pt x="215" y="417"/>
                    </a:cubicBezTo>
                    <a:cubicBezTo>
                      <a:pt x="227" y="334"/>
                      <a:pt x="263" y="262"/>
                      <a:pt x="310" y="215"/>
                    </a:cubicBezTo>
                    <a:cubicBezTo>
                      <a:pt x="358" y="179"/>
                      <a:pt x="429" y="155"/>
                      <a:pt x="513" y="155"/>
                    </a:cubicBezTo>
                    <a:cubicBezTo>
                      <a:pt x="572" y="155"/>
                      <a:pt x="620" y="155"/>
                      <a:pt x="656" y="179"/>
                    </a:cubicBezTo>
                    <a:cubicBezTo>
                      <a:pt x="691" y="203"/>
                      <a:pt x="727" y="238"/>
                      <a:pt x="739" y="286"/>
                    </a:cubicBezTo>
                    <a:cubicBezTo>
                      <a:pt x="763" y="322"/>
                      <a:pt x="775" y="381"/>
                      <a:pt x="775" y="441"/>
                    </a:cubicBezTo>
                    <a:lnTo>
                      <a:pt x="965" y="441"/>
                    </a:lnTo>
                    <a:cubicBezTo>
                      <a:pt x="965" y="358"/>
                      <a:pt x="941" y="286"/>
                      <a:pt x="918" y="215"/>
                    </a:cubicBezTo>
                    <a:cubicBezTo>
                      <a:pt x="882" y="143"/>
                      <a:pt x="834" y="96"/>
                      <a:pt x="775" y="60"/>
                    </a:cubicBezTo>
                    <a:cubicBezTo>
                      <a:pt x="715" y="12"/>
                      <a:pt x="632" y="0"/>
                      <a:pt x="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6" name="Google Shape;1046;p42">
                <a:extLst>
                  <a:ext uri="{FF2B5EF4-FFF2-40B4-BE49-F238E27FC236}">
                    <a16:creationId xmlns:a16="http://schemas.microsoft.com/office/drawing/2014/main" id="{7B59780D-6955-B536-F399-8D2560A74F73}"/>
                  </a:ext>
                </a:extLst>
              </p:cNvPr>
              <p:cNvSpPr/>
              <p:nvPr/>
            </p:nvSpPr>
            <p:spPr>
              <a:xfrm>
                <a:off x="5700100" y="6626750"/>
                <a:ext cx="25625" cy="363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453" extrusionOk="0">
                    <a:moveTo>
                      <a:pt x="1" y="0"/>
                    </a:moveTo>
                    <a:lnTo>
                      <a:pt x="1" y="167"/>
                    </a:lnTo>
                    <a:lnTo>
                      <a:pt x="775" y="167"/>
                    </a:lnTo>
                    <a:cubicBezTo>
                      <a:pt x="715" y="250"/>
                      <a:pt x="656" y="334"/>
                      <a:pt x="584" y="429"/>
                    </a:cubicBezTo>
                    <a:cubicBezTo>
                      <a:pt x="525" y="512"/>
                      <a:pt x="465" y="619"/>
                      <a:pt x="406" y="726"/>
                    </a:cubicBezTo>
                    <a:cubicBezTo>
                      <a:pt x="358" y="834"/>
                      <a:pt x="310" y="953"/>
                      <a:pt x="275" y="1072"/>
                    </a:cubicBezTo>
                    <a:cubicBezTo>
                      <a:pt x="239" y="1191"/>
                      <a:pt x="227" y="1322"/>
                      <a:pt x="227" y="1453"/>
                    </a:cubicBezTo>
                    <a:lnTo>
                      <a:pt x="429" y="1453"/>
                    </a:lnTo>
                    <a:lnTo>
                      <a:pt x="429" y="1346"/>
                    </a:lnTo>
                    <a:cubicBezTo>
                      <a:pt x="429" y="1262"/>
                      <a:pt x="441" y="1167"/>
                      <a:pt x="465" y="1072"/>
                    </a:cubicBezTo>
                    <a:cubicBezTo>
                      <a:pt x="489" y="988"/>
                      <a:pt x="525" y="893"/>
                      <a:pt x="560" y="810"/>
                    </a:cubicBezTo>
                    <a:cubicBezTo>
                      <a:pt x="608" y="715"/>
                      <a:pt x="644" y="631"/>
                      <a:pt x="703" y="548"/>
                    </a:cubicBezTo>
                    <a:cubicBezTo>
                      <a:pt x="751" y="465"/>
                      <a:pt x="798" y="393"/>
                      <a:pt x="858" y="310"/>
                    </a:cubicBezTo>
                    <a:cubicBezTo>
                      <a:pt x="917" y="238"/>
                      <a:pt x="965" y="179"/>
                      <a:pt x="1025" y="107"/>
                    </a:cubicBezTo>
                    <a:lnTo>
                      <a:pt x="10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7" name="Google Shape;1047;p42">
                <a:extLst>
                  <a:ext uri="{FF2B5EF4-FFF2-40B4-BE49-F238E27FC236}">
                    <a16:creationId xmlns:a16="http://schemas.microsoft.com/office/drawing/2014/main" id="{96F2CE02-88EF-8059-AAE7-E32A334BCA0A}"/>
                  </a:ext>
                </a:extLst>
              </p:cNvPr>
              <p:cNvSpPr/>
              <p:nvPr/>
            </p:nvSpPr>
            <p:spPr>
              <a:xfrm>
                <a:off x="5730175" y="6626150"/>
                <a:ext cx="253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501" extrusionOk="0">
                    <a:moveTo>
                      <a:pt x="500" y="155"/>
                    </a:moveTo>
                    <a:cubicBezTo>
                      <a:pt x="596" y="155"/>
                      <a:pt x="655" y="179"/>
                      <a:pt x="715" y="215"/>
                    </a:cubicBezTo>
                    <a:cubicBezTo>
                      <a:pt x="762" y="262"/>
                      <a:pt x="786" y="322"/>
                      <a:pt x="786" y="405"/>
                    </a:cubicBezTo>
                    <a:cubicBezTo>
                      <a:pt x="786" y="477"/>
                      <a:pt x="762" y="548"/>
                      <a:pt x="715" y="584"/>
                    </a:cubicBezTo>
                    <a:cubicBezTo>
                      <a:pt x="655" y="631"/>
                      <a:pt x="596" y="655"/>
                      <a:pt x="500" y="655"/>
                    </a:cubicBezTo>
                    <a:cubicBezTo>
                      <a:pt x="417" y="655"/>
                      <a:pt x="357" y="631"/>
                      <a:pt x="298" y="584"/>
                    </a:cubicBezTo>
                    <a:cubicBezTo>
                      <a:pt x="250" y="548"/>
                      <a:pt x="226" y="477"/>
                      <a:pt x="226" y="405"/>
                    </a:cubicBezTo>
                    <a:cubicBezTo>
                      <a:pt x="226" y="322"/>
                      <a:pt x="250" y="262"/>
                      <a:pt x="298" y="215"/>
                    </a:cubicBezTo>
                    <a:cubicBezTo>
                      <a:pt x="346" y="179"/>
                      <a:pt x="417" y="155"/>
                      <a:pt x="500" y="155"/>
                    </a:cubicBezTo>
                    <a:close/>
                    <a:moveTo>
                      <a:pt x="500" y="810"/>
                    </a:moveTo>
                    <a:cubicBezTo>
                      <a:pt x="607" y="810"/>
                      <a:pt x="691" y="834"/>
                      <a:pt x="738" y="881"/>
                    </a:cubicBezTo>
                    <a:cubicBezTo>
                      <a:pt x="786" y="929"/>
                      <a:pt x="822" y="1000"/>
                      <a:pt x="822" y="1072"/>
                    </a:cubicBezTo>
                    <a:cubicBezTo>
                      <a:pt x="822" y="1167"/>
                      <a:pt x="786" y="1227"/>
                      <a:pt x="738" y="1274"/>
                    </a:cubicBezTo>
                    <a:cubicBezTo>
                      <a:pt x="691" y="1322"/>
                      <a:pt x="607" y="1346"/>
                      <a:pt x="500" y="1346"/>
                    </a:cubicBezTo>
                    <a:cubicBezTo>
                      <a:pt x="405" y="1346"/>
                      <a:pt x="322" y="1322"/>
                      <a:pt x="274" y="1274"/>
                    </a:cubicBezTo>
                    <a:cubicBezTo>
                      <a:pt x="215" y="1227"/>
                      <a:pt x="191" y="1155"/>
                      <a:pt x="191" y="1072"/>
                    </a:cubicBezTo>
                    <a:cubicBezTo>
                      <a:pt x="191" y="1000"/>
                      <a:pt x="215" y="929"/>
                      <a:pt x="274" y="881"/>
                    </a:cubicBezTo>
                    <a:cubicBezTo>
                      <a:pt x="322" y="834"/>
                      <a:pt x="405" y="810"/>
                      <a:pt x="500" y="810"/>
                    </a:cubicBezTo>
                    <a:close/>
                    <a:moveTo>
                      <a:pt x="500" y="0"/>
                    </a:moveTo>
                    <a:cubicBezTo>
                      <a:pt x="405" y="0"/>
                      <a:pt x="310" y="12"/>
                      <a:pt x="250" y="48"/>
                    </a:cubicBezTo>
                    <a:cubicBezTo>
                      <a:pt x="179" y="84"/>
                      <a:pt x="119" y="131"/>
                      <a:pt x="84" y="191"/>
                    </a:cubicBezTo>
                    <a:cubicBezTo>
                      <a:pt x="60" y="250"/>
                      <a:pt x="36" y="322"/>
                      <a:pt x="36" y="393"/>
                    </a:cubicBezTo>
                    <a:cubicBezTo>
                      <a:pt x="36" y="465"/>
                      <a:pt x="60" y="536"/>
                      <a:pt x="84" y="584"/>
                    </a:cubicBezTo>
                    <a:cubicBezTo>
                      <a:pt x="119" y="643"/>
                      <a:pt x="179" y="691"/>
                      <a:pt x="238" y="727"/>
                    </a:cubicBezTo>
                    <a:cubicBezTo>
                      <a:pt x="155" y="762"/>
                      <a:pt x="95" y="810"/>
                      <a:pt x="60" y="870"/>
                    </a:cubicBezTo>
                    <a:cubicBezTo>
                      <a:pt x="12" y="929"/>
                      <a:pt x="0" y="1000"/>
                      <a:pt x="0" y="1084"/>
                    </a:cubicBezTo>
                    <a:cubicBezTo>
                      <a:pt x="0" y="1155"/>
                      <a:pt x="12" y="1227"/>
                      <a:pt x="48" y="1286"/>
                    </a:cubicBezTo>
                    <a:cubicBezTo>
                      <a:pt x="84" y="1358"/>
                      <a:pt x="143" y="1405"/>
                      <a:pt x="215" y="1441"/>
                    </a:cubicBezTo>
                    <a:cubicBezTo>
                      <a:pt x="286" y="1477"/>
                      <a:pt x="381" y="1501"/>
                      <a:pt x="500" y="1501"/>
                    </a:cubicBezTo>
                    <a:cubicBezTo>
                      <a:pt x="631" y="1501"/>
                      <a:pt x="727" y="1477"/>
                      <a:pt x="798" y="1441"/>
                    </a:cubicBezTo>
                    <a:cubicBezTo>
                      <a:pt x="869" y="1405"/>
                      <a:pt x="929" y="1358"/>
                      <a:pt x="965" y="1286"/>
                    </a:cubicBezTo>
                    <a:cubicBezTo>
                      <a:pt x="988" y="1227"/>
                      <a:pt x="1012" y="1155"/>
                      <a:pt x="1012" y="1084"/>
                    </a:cubicBezTo>
                    <a:cubicBezTo>
                      <a:pt x="1012" y="1000"/>
                      <a:pt x="988" y="929"/>
                      <a:pt x="953" y="870"/>
                    </a:cubicBezTo>
                    <a:cubicBezTo>
                      <a:pt x="917" y="810"/>
                      <a:pt x="857" y="762"/>
                      <a:pt x="762" y="727"/>
                    </a:cubicBezTo>
                    <a:cubicBezTo>
                      <a:pt x="834" y="691"/>
                      <a:pt x="881" y="643"/>
                      <a:pt x="917" y="584"/>
                    </a:cubicBezTo>
                    <a:cubicBezTo>
                      <a:pt x="953" y="536"/>
                      <a:pt x="977" y="465"/>
                      <a:pt x="977" y="393"/>
                    </a:cubicBezTo>
                    <a:cubicBezTo>
                      <a:pt x="977" y="322"/>
                      <a:pt x="953" y="250"/>
                      <a:pt x="917" y="191"/>
                    </a:cubicBezTo>
                    <a:cubicBezTo>
                      <a:pt x="881" y="131"/>
                      <a:pt x="834" y="84"/>
                      <a:pt x="762" y="48"/>
                    </a:cubicBezTo>
                    <a:cubicBezTo>
                      <a:pt x="691" y="12"/>
                      <a:pt x="607" y="0"/>
                      <a:pt x="5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8" name="Google Shape;1048;p42">
                <a:extLst>
                  <a:ext uri="{FF2B5EF4-FFF2-40B4-BE49-F238E27FC236}">
                    <a16:creationId xmlns:a16="http://schemas.microsoft.com/office/drawing/2014/main" id="{34C927FF-2B70-4558-5246-BED3EC1E4F52}"/>
                  </a:ext>
                </a:extLst>
              </p:cNvPr>
              <p:cNvSpPr/>
              <p:nvPr/>
            </p:nvSpPr>
            <p:spPr>
              <a:xfrm>
                <a:off x="5760525" y="6626150"/>
                <a:ext cx="256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501" extrusionOk="0">
                    <a:moveTo>
                      <a:pt x="501" y="155"/>
                    </a:moveTo>
                    <a:cubicBezTo>
                      <a:pt x="572" y="155"/>
                      <a:pt x="632" y="167"/>
                      <a:pt x="679" y="191"/>
                    </a:cubicBezTo>
                    <a:cubicBezTo>
                      <a:pt x="727" y="227"/>
                      <a:pt x="751" y="262"/>
                      <a:pt x="775" y="310"/>
                    </a:cubicBezTo>
                    <a:cubicBezTo>
                      <a:pt x="798" y="358"/>
                      <a:pt x="810" y="417"/>
                      <a:pt x="810" y="477"/>
                    </a:cubicBezTo>
                    <a:cubicBezTo>
                      <a:pt x="810" y="536"/>
                      <a:pt x="798" y="596"/>
                      <a:pt x="775" y="643"/>
                    </a:cubicBezTo>
                    <a:cubicBezTo>
                      <a:pt x="751" y="691"/>
                      <a:pt x="715" y="727"/>
                      <a:pt x="679" y="762"/>
                    </a:cubicBezTo>
                    <a:cubicBezTo>
                      <a:pt x="632" y="786"/>
                      <a:pt x="572" y="798"/>
                      <a:pt x="501" y="798"/>
                    </a:cubicBezTo>
                    <a:cubicBezTo>
                      <a:pt x="429" y="798"/>
                      <a:pt x="370" y="786"/>
                      <a:pt x="322" y="762"/>
                    </a:cubicBezTo>
                    <a:cubicBezTo>
                      <a:pt x="286" y="739"/>
                      <a:pt x="251" y="691"/>
                      <a:pt x="227" y="643"/>
                    </a:cubicBezTo>
                    <a:cubicBezTo>
                      <a:pt x="203" y="596"/>
                      <a:pt x="203" y="548"/>
                      <a:pt x="203" y="489"/>
                    </a:cubicBezTo>
                    <a:cubicBezTo>
                      <a:pt x="203" y="429"/>
                      <a:pt x="203" y="369"/>
                      <a:pt x="227" y="322"/>
                    </a:cubicBezTo>
                    <a:cubicBezTo>
                      <a:pt x="251" y="274"/>
                      <a:pt x="286" y="227"/>
                      <a:pt x="334" y="203"/>
                    </a:cubicBezTo>
                    <a:cubicBezTo>
                      <a:pt x="382" y="167"/>
                      <a:pt x="441" y="155"/>
                      <a:pt x="501" y="155"/>
                    </a:cubicBezTo>
                    <a:close/>
                    <a:moveTo>
                      <a:pt x="489" y="0"/>
                    </a:moveTo>
                    <a:cubicBezTo>
                      <a:pt x="394" y="0"/>
                      <a:pt x="310" y="12"/>
                      <a:pt x="239" y="60"/>
                    </a:cubicBezTo>
                    <a:cubicBezTo>
                      <a:pt x="167" y="96"/>
                      <a:pt x="108" y="155"/>
                      <a:pt x="60" y="227"/>
                    </a:cubicBezTo>
                    <a:cubicBezTo>
                      <a:pt x="24" y="298"/>
                      <a:pt x="1" y="381"/>
                      <a:pt x="1" y="489"/>
                    </a:cubicBezTo>
                    <a:cubicBezTo>
                      <a:pt x="1" y="572"/>
                      <a:pt x="13" y="655"/>
                      <a:pt x="48" y="727"/>
                    </a:cubicBezTo>
                    <a:cubicBezTo>
                      <a:pt x="84" y="798"/>
                      <a:pt x="132" y="858"/>
                      <a:pt x="203" y="893"/>
                    </a:cubicBezTo>
                    <a:cubicBezTo>
                      <a:pt x="275" y="941"/>
                      <a:pt x="358" y="953"/>
                      <a:pt x="465" y="953"/>
                    </a:cubicBezTo>
                    <a:cubicBezTo>
                      <a:pt x="513" y="953"/>
                      <a:pt x="572" y="953"/>
                      <a:pt x="620" y="929"/>
                    </a:cubicBezTo>
                    <a:cubicBezTo>
                      <a:pt x="667" y="917"/>
                      <a:pt x="703" y="893"/>
                      <a:pt x="751" y="870"/>
                    </a:cubicBezTo>
                    <a:cubicBezTo>
                      <a:pt x="786" y="846"/>
                      <a:pt x="810" y="810"/>
                      <a:pt x="834" y="786"/>
                    </a:cubicBezTo>
                    <a:lnTo>
                      <a:pt x="834" y="786"/>
                    </a:lnTo>
                    <a:cubicBezTo>
                      <a:pt x="822" y="893"/>
                      <a:pt x="822" y="1000"/>
                      <a:pt x="798" y="1084"/>
                    </a:cubicBezTo>
                    <a:cubicBezTo>
                      <a:pt x="775" y="1167"/>
                      <a:pt x="751" y="1239"/>
                      <a:pt x="703" y="1274"/>
                    </a:cubicBezTo>
                    <a:cubicBezTo>
                      <a:pt x="656" y="1322"/>
                      <a:pt x="584" y="1346"/>
                      <a:pt x="501" y="1346"/>
                    </a:cubicBezTo>
                    <a:cubicBezTo>
                      <a:pt x="441" y="1346"/>
                      <a:pt x="394" y="1334"/>
                      <a:pt x="358" y="1310"/>
                    </a:cubicBezTo>
                    <a:cubicBezTo>
                      <a:pt x="322" y="1286"/>
                      <a:pt x="298" y="1262"/>
                      <a:pt x="275" y="1215"/>
                    </a:cubicBezTo>
                    <a:cubicBezTo>
                      <a:pt x="251" y="1167"/>
                      <a:pt x="251" y="1120"/>
                      <a:pt x="251" y="1048"/>
                    </a:cubicBezTo>
                    <a:lnTo>
                      <a:pt x="60" y="1048"/>
                    </a:lnTo>
                    <a:cubicBezTo>
                      <a:pt x="60" y="1131"/>
                      <a:pt x="72" y="1215"/>
                      <a:pt x="96" y="1286"/>
                    </a:cubicBezTo>
                    <a:cubicBezTo>
                      <a:pt x="132" y="1346"/>
                      <a:pt x="179" y="1405"/>
                      <a:pt x="239" y="1441"/>
                    </a:cubicBezTo>
                    <a:cubicBezTo>
                      <a:pt x="310" y="1477"/>
                      <a:pt x="394" y="1501"/>
                      <a:pt x="489" y="1501"/>
                    </a:cubicBezTo>
                    <a:cubicBezTo>
                      <a:pt x="584" y="1501"/>
                      <a:pt x="656" y="1489"/>
                      <a:pt x="715" y="1465"/>
                    </a:cubicBezTo>
                    <a:cubicBezTo>
                      <a:pt x="786" y="1429"/>
                      <a:pt x="846" y="1381"/>
                      <a:pt x="882" y="1322"/>
                    </a:cubicBezTo>
                    <a:cubicBezTo>
                      <a:pt x="929" y="1262"/>
                      <a:pt x="965" y="1179"/>
                      <a:pt x="989" y="1084"/>
                    </a:cubicBezTo>
                    <a:cubicBezTo>
                      <a:pt x="1013" y="977"/>
                      <a:pt x="1025" y="858"/>
                      <a:pt x="1025" y="703"/>
                    </a:cubicBezTo>
                    <a:cubicBezTo>
                      <a:pt x="1025" y="572"/>
                      <a:pt x="1013" y="453"/>
                      <a:pt x="989" y="369"/>
                    </a:cubicBezTo>
                    <a:cubicBezTo>
                      <a:pt x="965" y="274"/>
                      <a:pt x="929" y="203"/>
                      <a:pt x="882" y="143"/>
                    </a:cubicBezTo>
                    <a:cubicBezTo>
                      <a:pt x="834" y="96"/>
                      <a:pt x="775" y="60"/>
                      <a:pt x="715" y="36"/>
                    </a:cubicBezTo>
                    <a:cubicBezTo>
                      <a:pt x="644" y="0"/>
                      <a:pt x="572" y="0"/>
                      <a:pt x="4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</p:grpSp>
      </p:grpSp>
      <p:pic>
        <p:nvPicPr>
          <p:cNvPr id="6" name="תמונה 5" descr="תמונה שמכילה טקסט, צילום מסך, תרשים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57AD40B-6341-B780-3BA3-DA23AC5C85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06" y="1530430"/>
            <a:ext cx="5324019" cy="3462527"/>
          </a:xfrm>
          <a:prstGeom prst="rect">
            <a:avLst/>
          </a:prstGeom>
        </p:spPr>
      </p:pic>
      <p:pic>
        <p:nvPicPr>
          <p:cNvPr id="23" name="תמונה 22" descr="תמונה שמכילה נעל, לבן, נעל הליכה, נעלי סניקרס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93B077D-D3AC-6AC1-0320-6532FB12C4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193" y="4305561"/>
            <a:ext cx="5911637" cy="21150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מלבן 24">
            <a:extLst>
              <a:ext uri="{FF2B5EF4-FFF2-40B4-BE49-F238E27FC236}">
                <a16:creationId xmlns:a16="http://schemas.microsoft.com/office/drawing/2014/main" id="{319A7EEC-F89F-FAE3-9C26-BE4B72B2253D}"/>
              </a:ext>
            </a:extLst>
          </p:cNvPr>
          <p:cNvSpPr/>
          <p:nvPr/>
        </p:nvSpPr>
        <p:spPr>
          <a:xfrm>
            <a:off x="10831923" y="5675716"/>
            <a:ext cx="1000846" cy="489188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3157E71A-D241-1042-6ACC-9F296ED19846}"/>
              </a:ext>
            </a:extLst>
          </p:cNvPr>
          <p:cNvSpPr/>
          <p:nvPr/>
        </p:nvSpPr>
        <p:spPr>
          <a:xfrm>
            <a:off x="10231777" y="5306675"/>
            <a:ext cx="720000" cy="360000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3"/>
          <p:cNvSpPr/>
          <p:nvPr/>
        </p:nvSpPr>
        <p:spPr>
          <a:xfrm rot="-3661577" flipH="1">
            <a:off x="809023" y="-404624"/>
            <a:ext cx="2106764" cy="2555901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pic>
        <p:nvPicPr>
          <p:cNvPr id="1060" name="Google Shape;106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76" y="5586597"/>
            <a:ext cx="4290840" cy="88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כותרת משנה 4">
            <a:extLst>
              <a:ext uri="{FF2B5EF4-FFF2-40B4-BE49-F238E27FC236}">
                <a16:creationId xmlns:a16="http://schemas.microsoft.com/office/drawing/2014/main" id="{5B44942A-5F19-557E-6FCA-5EE87F2A4A1E}"/>
              </a:ext>
            </a:extLst>
          </p:cNvPr>
          <p:cNvSpPr txBox="1">
            <a:spLocks/>
          </p:cNvSpPr>
          <p:nvPr/>
        </p:nvSpPr>
        <p:spPr>
          <a:xfrm>
            <a:off x="1507643" y="1007484"/>
            <a:ext cx="9214679" cy="5003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061" name="Google Shape;106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5021" y="323353"/>
            <a:ext cx="2345300" cy="10999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46;p37">
            <a:extLst>
              <a:ext uri="{FF2B5EF4-FFF2-40B4-BE49-F238E27FC236}">
                <a16:creationId xmlns:a16="http://schemas.microsoft.com/office/drawing/2014/main" id="{2CE9B0C1-26FC-6A65-F445-D015B620F5F8}"/>
              </a:ext>
            </a:extLst>
          </p:cNvPr>
          <p:cNvSpPr txBox="1">
            <a:spLocks/>
          </p:cNvSpPr>
          <p:nvPr/>
        </p:nvSpPr>
        <p:spPr>
          <a:xfrm>
            <a:off x="951000" y="1220962"/>
            <a:ext cx="10290000" cy="9852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>
            <a:lvl1pPr lvl="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6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pPr algn="ctr"/>
            <a:r>
              <a:rPr lang="he-IL" sz="44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הפתרון המתוכנן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0422BFD-A4DD-CF34-BDD5-432317EA321B}"/>
              </a:ext>
            </a:extLst>
          </p:cNvPr>
          <p:cNvSpPr txBox="1"/>
          <p:nvPr/>
        </p:nvSpPr>
        <p:spPr>
          <a:xfrm>
            <a:off x="1643854" y="2066360"/>
            <a:ext cx="8947951" cy="33967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1867" b="1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המודל המתוכנן:</a:t>
            </a:r>
            <a:r>
              <a:rPr lang="he-IL" sz="1867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 </a:t>
            </a:r>
            <a:r>
              <a:rPr lang="en-US" sz="1867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RestNet50</a:t>
            </a:r>
            <a:r>
              <a:rPr lang="he-IL" sz="1867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 אומן כבר על מיליוני תמונות (</a:t>
            </a:r>
            <a:r>
              <a:rPr lang="en-US" sz="1867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ImageNet</a:t>
            </a:r>
            <a:r>
              <a:rPr lang="he-IL" sz="1867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), אז הוא יודע לזהות נעל, אבל הוא לא יודע מה זה "זיוף".</a:t>
            </a:r>
          </a:p>
          <a:p>
            <a:pPr>
              <a:lnSpc>
                <a:spcPct val="150000"/>
              </a:lnSpc>
            </a:pPr>
            <a:endParaRPr lang="he-IL" sz="1867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e-IL" sz="1867" b="1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השינוי המתוכנן: </a:t>
            </a:r>
            <a:r>
              <a:rPr lang="he-IL" sz="1867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ביצוע </a:t>
            </a:r>
            <a:r>
              <a:rPr lang="en-US" sz="1867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Fine-Tuning</a:t>
            </a:r>
            <a:r>
              <a:rPr lang="he-IL" sz="1867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 לשכבות האחרונות הגורם למודל להפסיק להסתכל על התמונה הגדולה (שזו נעל), ולהתחיל להסתכל על הפרטים הכי קטנים – אלו שקודם הוא התעלם מהם כי הם לא היו חשובים כדי לזהות שזו נעל. עכשיו, </a:t>
            </a:r>
            <a:r>
              <a:rPr lang="he-IL" sz="1867" u="sng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הפרטים האלו הם הדבר הכי חשוב.</a:t>
            </a:r>
          </a:p>
          <a:p>
            <a:endParaRPr lang="he-IL" sz="1867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55"/>
          <p:cNvSpPr/>
          <p:nvPr/>
        </p:nvSpPr>
        <p:spPr>
          <a:xfrm>
            <a:off x="4132657" y="1078044"/>
            <a:ext cx="5185514" cy="96581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471" name="Google Shape;1471;p55"/>
          <p:cNvSpPr txBox="1">
            <a:spLocks noGrp="1"/>
          </p:cNvSpPr>
          <p:nvPr>
            <p:ph type="title"/>
          </p:nvPr>
        </p:nvSpPr>
        <p:spPr>
          <a:xfrm>
            <a:off x="4455179" y="54850"/>
            <a:ext cx="3628803" cy="10252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lvl="0"/>
            <a:r>
              <a:rPr lang="he-IL" sz="42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משימות </a:t>
            </a:r>
            <a:endParaRPr sz="42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477" name="Google Shape;147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0702" y="-80683"/>
            <a:ext cx="4364564" cy="12962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9F0E66-3E9B-F1FE-ECC7-6F46FEF524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93101" y="1324323"/>
            <a:ext cx="362880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הגדלת הדאטה סינתטית</a:t>
            </a:r>
          </a:p>
        </p:txBody>
      </p:sp>
      <p:sp>
        <p:nvSpPr>
          <p:cNvPr id="2" name="אליפסה 1">
            <a:extLst>
              <a:ext uri="{FF2B5EF4-FFF2-40B4-BE49-F238E27FC236}">
                <a16:creationId xmlns:a16="http://schemas.microsoft.com/office/drawing/2014/main" id="{1412C080-3277-876E-6AAE-615FA7558C5B}"/>
              </a:ext>
            </a:extLst>
          </p:cNvPr>
          <p:cNvSpPr/>
          <p:nvPr/>
        </p:nvSpPr>
        <p:spPr>
          <a:xfrm>
            <a:off x="8711732" y="3606652"/>
            <a:ext cx="1766190" cy="1839948"/>
          </a:xfrm>
          <a:prstGeom prst="ellipse">
            <a:avLst/>
          </a:prstGeom>
          <a:solidFill>
            <a:srgbClr val="83B6E5"/>
          </a:solidFill>
          <a:ln>
            <a:solidFill>
              <a:srgbClr val="83B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Google Shape;1469;p55">
            <a:extLst>
              <a:ext uri="{FF2B5EF4-FFF2-40B4-BE49-F238E27FC236}">
                <a16:creationId xmlns:a16="http://schemas.microsoft.com/office/drawing/2014/main" id="{9B7A462B-F75D-D18C-5C5E-FC29E0E79FC0}"/>
              </a:ext>
            </a:extLst>
          </p:cNvPr>
          <p:cNvSpPr/>
          <p:nvPr/>
        </p:nvSpPr>
        <p:spPr>
          <a:xfrm>
            <a:off x="4132657" y="2263847"/>
            <a:ext cx="5185514" cy="107497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AB225FC-43F1-45DF-581F-33BD4C942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484" y="2423876"/>
            <a:ext cx="362880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1" anchor="ctr" anchorCtr="0" compatLnSpc="1">
            <a:prstTxWarp prst="textNoShape">
              <a:avLst/>
            </a:prstTxWarp>
            <a:spAutoFit/>
          </a:bodyPr>
          <a:lstStyle>
            <a:lvl1pPr marL="228600" lvl="0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None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None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אימון מודל על כמות דאטה מספיקה</a:t>
            </a:r>
          </a:p>
        </p:txBody>
      </p:sp>
      <p:pic>
        <p:nvPicPr>
          <p:cNvPr id="17" name="גרפיקה 16" descr="תיבת סימון עם x עם מילוי מלא">
            <a:extLst>
              <a:ext uri="{FF2B5EF4-FFF2-40B4-BE49-F238E27FC236}">
                <a16:creationId xmlns:a16="http://schemas.microsoft.com/office/drawing/2014/main" id="{FA791F1E-27D2-C680-60A2-98EBA9273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7142" y="1272005"/>
            <a:ext cx="571459" cy="571459"/>
          </a:xfrm>
          <a:prstGeom prst="rect">
            <a:avLst/>
          </a:prstGeom>
        </p:spPr>
      </p:pic>
      <p:sp>
        <p:nvSpPr>
          <p:cNvPr id="19" name="Google Shape;1469;p55">
            <a:extLst>
              <a:ext uri="{FF2B5EF4-FFF2-40B4-BE49-F238E27FC236}">
                <a16:creationId xmlns:a16="http://schemas.microsoft.com/office/drawing/2014/main" id="{ED5FFEC4-86F8-2391-9776-780574511B9C}"/>
              </a:ext>
            </a:extLst>
          </p:cNvPr>
          <p:cNvSpPr/>
          <p:nvPr/>
        </p:nvSpPr>
        <p:spPr>
          <a:xfrm>
            <a:off x="4136571" y="3585532"/>
            <a:ext cx="5181600" cy="107497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pic>
        <p:nvPicPr>
          <p:cNvPr id="18" name="גרפיקה 17" descr="תיבת סימון עם x עם מילוי מלא">
            <a:extLst>
              <a:ext uri="{FF2B5EF4-FFF2-40B4-BE49-F238E27FC236}">
                <a16:creationId xmlns:a16="http://schemas.microsoft.com/office/drawing/2014/main" id="{882AD246-210A-F31F-6D44-A391D40AB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7141" y="2470481"/>
            <a:ext cx="571459" cy="571459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40BEE77D-C2F1-606A-B3C6-94245513E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799" y="3718267"/>
            <a:ext cx="362880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1" anchor="ctr" anchorCtr="0" compatLnSpc="1">
            <a:prstTxWarp prst="textNoShape">
              <a:avLst/>
            </a:prstTxWarp>
            <a:spAutoFit/>
          </a:bodyPr>
          <a:lstStyle>
            <a:lvl1pPr marL="228600" lvl="0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None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None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בדיקת המודל שהוא לומד ולא משנן (</a:t>
            </a:r>
            <a:r>
              <a:rPr lang="en-US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Overfitting\Underfitting</a:t>
            </a: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)</a:t>
            </a:r>
          </a:p>
        </p:txBody>
      </p:sp>
      <p:sp>
        <p:nvSpPr>
          <p:cNvPr id="20" name="Google Shape;1469;p55">
            <a:extLst>
              <a:ext uri="{FF2B5EF4-FFF2-40B4-BE49-F238E27FC236}">
                <a16:creationId xmlns:a16="http://schemas.microsoft.com/office/drawing/2014/main" id="{23EB2CB2-B7D9-1D73-FF02-2518183BA2AA}"/>
              </a:ext>
            </a:extLst>
          </p:cNvPr>
          <p:cNvSpPr/>
          <p:nvPr/>
        </p:nvSpPr>
        <p:spPr>
          <a:xfrm>
            <a:off x="4132656" y="4888602"/>
            <a:ext cx="5181600" cy="107497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pic>
        <p:nvPicPr>
          <p:cNvPr id="21" name="גרפיקה 20" descr="תיבת סימון עם x עם מילוי מלא">
            <a:extLst>
              <a:ext uri="{FF2B5EF4-FFF2-40B4-BE49-F238E27FC236}">
                <a16:creationId xmlns:a16="http://schemas.microsoft.com/office/drawing/2014/main" id="{3267E475-022C-5CF0-8B23-6E785BCD7E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7139" y="5092861"/>
            <a:ext cx="571459" cy="571459"/>
          </a:xfrm>
          <a:prstGeom prst="rect">
            <a:avLst/>
          </a:prstGeom>
        </p:spPr>
      </p:pic>
      <p:pic>
        <p:nvPicPr>
          <p:cNvPr id="22" name="גרפיקה 21" descr="תיבת סימון עם x עם מילוי מלא">
            <a:extLst>
              <a:ext uri="{FF2B5EF4-FFF2-40B4-BE49-F238E27FC236}">
                <a16:creationId xmlns:a16="http://schemas.microsoft.com/office/drawing/2014/main" id="{51B4E1A8-B1DB-2927-484B-297E97C8C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7140" y="3758325"/>
            <a:ext cx="571459" cy="57145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44DF545B-6946-4410-F2A5-C97885780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099" y="5056144"/>
            <a:ext cx="362880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1" anchor="ctr" anchorCtr="0" compatLnSpc="1">
            <a:prstTxWarp prst="textNoShape">
              <a:avLst/>
            </a:prstTxWarp>
            <a:spAutoFit/>
          </a:bodyPr>
          <a:lstStyle>
            <a:lvl1pPr marL="228600" lvl="0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None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None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kern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בדיקת המודל על התמונה חדשה שלא ראה מעולם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63"/>
          <p:cNvSpPr/>
          <p:nvPr/>
        </p:nvSpPr>
        <p:spPr>
          <a:xfrm rot="-1491726" flipH="1">
            <a:off x="9811055" y="2503269"/>
            <a:ext cx="4249468" cy="4802849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732" name="Google Shape;1732;p63"/>
          <p:cNvSpPr/>
          <p:nvPr/>
        </p:nvSpPr>
        <p:spPr>
          <a:xfrm>
            <a:off x="2890000" y="719167"/>
            <a:ext cx="6412000" cy="3813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733" name="Google Shape;1733;p63"/>
          <p:cNvSpPr/>
          <p:nvPr/>
        </p:nvSpPr>
        <p:spPr>
          <a:xfrm rot="-430171" flipH="1">
            <a:off x="1877837" y="2719726"/>
            <a:ext cx="1909883" cy="1576511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solidFill>
              <a:srgbClr val="83B6E5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734" name="Google Shape;1734;p63"/>
          <p:cNvSpPr txBox="1">
            <a:spLocks noGrp="1"/>
          </p:cNvSpPr>
          <p:nvPr>
            <p:ph type="title"/>
          </p:nvPr>
        </p:nvSpPr>
        <p:spPr>
          <a:xfrm>
            <a:off x="3590000" y="1868395"/>
            <a:ext cx="5012000" cy="12724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ctr" anchorCtr="0">
            <a:noAutofit/>
          </a:bodyPr>
          <a:lstStyle/>
          <a:p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תודה על ההקשבה</a:t>
            </a:r>
            <a:endParaRPr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737" name="Google Shape;173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418" y="140532"/>
            <a:ext cx="3896569" cy="115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1569" y="4491270"/>
            <a:ext cx="3633156" cy="4432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346;p50">
            <a:extLst>
              <a:ext uri="{FF2B5EF4-FFF2-40B4-BE49-F238E27FC236}">
                <a16:creationId xmlns:a16="http://schemas.microsoft.com/office/drawing/2014/main" id="{41F1E3E6-902D-DEDF-2C6D-7678B2AD2E53}"/>
              </a:ext>
            </a:extLst>
          </p:cNvPr>
          <p:cNvSpPr txBox="1"/>
          <p:nvPr/>
        </p:nvSpPr>
        <p:spPr>
          <a:xfrm>
            <a:off x="2988146" y="4967764"/>
            <a:ext cx="6168047" cy="775377"/>
          </a:xfrm>
          <a:prstGeom prst="rect">
            <a:avLst/>
          </a:prstGeom>
          <a:solidFill>
            <a:srgbClr val="DDEBF7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 rtl="1"/>
            <a:endParaRPr sz="1733" dirty="0"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2990</TotalTime>
  <Words>550</Words>
  <Application>Microsoft Office PowerPoint</Application>
  <PresentationFormat>מסך רחב</PresentationFormat>
  <Paragraphs>91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PT Sans</vt:lpstr>
      <vt:lpstr>Roboto</vt:lpstr>
      <vt:lpstr>Segoe UI Semilight</vt:lpstr>
      <vt:lpstr>ערכת נושא Office</vt:lpstr>
      <vt:lpstr>Real  OR  Fake</vt:lpstr>
      <vt:lpstr>Motivating Use Case</vt:lpstr>
      <vt:lpstr>מצגת של PowerPoint‏</vt:lpstr>
      <vt:lpstr>מצגת של PowerPoint‏</vt:lpstr>
      <vt:lpstr>מצגת של PowerPoint‏</vt:lpstr>
      <vt:lpstr> דוגמא לפרומט</vt:lpstr>
      <vt:lpstr>EDA</vt:lpstr>
      <vt:lpstr>מצגת של PowerPoint‏</vt:lpstr>
      <vt:lpstr>משימות </vt:lpstr>
      <vt:lpstr>תודה על ההקשבה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mitzmacher</dc:creator>
  <cp:lastModifiedBy>tal mitzmacher</cp:lastModifiedBy>
  <cp:revision>1</cp:revision>
  <dcterms:created xsi:type="dcterms:W3CDTF">2025-12-01T12:58:34Z</dcterms:created>
  <dcterms:modified xsi:type="dcterms:W3CDTF">2025-12-23T15:35:42Z</dcterms:modified>
</cp:coreProperties>
</file>