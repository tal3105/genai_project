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2"/>
  </p:notesMasterIdLst>
  <p:sldIdLst>
    <p:sldId id="257" r:id="rId2"/>
    <p:sldId id="282" r:id="rId3"/>
    <p:sldId id="258" r:id="rId4"/>
    <p:sldId id="266" r:id="rId5"/>
    <p:sldId id="271" r:id="rId6"/>
    <p:sldId id="264" r:id="rId7"/>
    <p:sldId id="276" r:id="rId8"/>
    <p:sldId id="268" r:id="rId9"/>
    <p:sldId id="279" r:id="rId10"/>
    <p:sldId id="284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B6E5"/>
    <a:srgbClr val="9BC4E9"/>
    <a:srgbClr val="DDEBF7"/>
    <a:srgbClr val="CDE1F3"/>
    <a:srgbClr val="99CCFF"/>
    <a:srgbClr val="EAE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9A3643-A787-46CB-95E2-3EA44115FE53}" v="6" dt="2025-12-02T14:44:49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>
        <p:scale>
          <a:sx n="50" d="100"/>
          <a:sy n="50" d="100"/>
        </p:scale>
        <p:origin x="128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mitzmacher" userId="1505c5102fa662dd" providerId="LiveId" clId="{83F6014E-8E4E-4D41-9E92-0508A0C63AE7}"/>
    <pc:docChg chg="custSel modSld">
      <pc:chgData name="tal mitzmacher" userId="1505c5102fa662dd" providerId="LiveId" clId="{83F6014E-8E4E-4D41-9E92-0508A0C63AE7}" dt="2025-12-02T15:11:16.869" v="34" actId="1076"/>
      <pc:docMkLst>
        <pc:docMk/>
      </pc:docMkLst>
      <pc:sldChg chg="addSp delSp modSp mod">
        <pc:chgData name="tal mitzmacher" userId="1505c5102fa662dd" providerId="LiveId" clId="{83F6014E-8E4E-4D41-9E92-0508A0C63AE7}" dt="2025-12-02T15:11:16.869" v="34" actId="1076"/>
        <pc:sldMkLst>
          <pc:docMk/>
          <pc:sldMk cId="0" sldId="271"/>
        </pc:sldMkLst>
        <pc:spChg chg="add mod">
          <ac:chgData name="tal mitzmacher" userId="1505c5102fa662dd" providerId="LiveId" clId="{83F6014E-8E4E-4D41-9E92-0508A0C63AE7}" dt="2025-12-02T14:44:20.039" v="1"/>
          <ac:spMkLst>
            <pc:docMk/>
            <pc:sldMk cId="0" sldId="271"/>
            <ac:spMk id="2" creationId="{99E16B70-4ECF-532B-9F08-0A4204192F75}"/>
          </ac:spMkLst>
        </pc:spChg>
        <pc:spChg chg="mod">
          <ac:chgData name="tal mitzmacher" userId="1505c5102fa662dd" providerId="LiveId" clId="{83F6014E-8E4E-4D41-9E92-0508A0C63AE7}" dt="2025-12-02T15:11:16.869" v="34" actId="1076"/>
          <ac:spMkLst>
            <pc:docMk/>
            <pc:sldMk cId="0" sldId="271"/>
            <ac:spMk id="4" creationId="{517A8653-152C-DEB9-35BB-61A1C0134DC0}"/>
          </ac:spMkLst>
        </pc:spChg>
        <pc:spChg chg="add mod">
          <ac:chgData name="tal mitzmacher" userId="1505c5102fa662dd" providerId="LiveId" clId="{83F6014E-8E4E-4D41-9E92-0508A0C63AE7}" dt="2025-12-02T14:44:20.039" v="1"/>
          <ac:spMkLst>
            <pc:docMk/>
            <pc:sldMk cId="0" sldId="271"/>
            <ac:spMk id="8" creationId="{1EA903F9-D223-6CED-DF6B-403686D984A9}"/>
          </ac:spMkLst>
        </pc:spChg>
        <pc:spChg chg="mod">
          <ac:chgData name="tal mitzmacher" userId="1505c5102fa662dd" providerId="LiveId" clId="{83F6014E-8E4E-4D41-9E92-0508A0C63AE7}" dt="2025-12-02T15:11:16.869" v="34" actId="1076"/>
          <ac:spMkLst>
            <pc:docMk/>
            <pc:sldMk cId="0" sldId="271"/>
            <ac:spMk id="10" creationId="{8DCFFDE0-51CC-993B-B881-03B7501C055B}"/>
          </ac:spMkLst>
        </pc:spChg>
        <pc:spChg chg="add mod">
          <ac:chgData name="tal mitzmacher" userId="1505c5102fa662dd" providerId="LiveId" clId="{83F6014E-8E4E-4D41-9E92-0508A0C63AE7}" dt="2025-12-02T14:44:20.039" v="1"/>
          <ac:spMkLst>
            <pc:docMk/>
            <pc:sldMk cId="0" sldId="271"/>
            <ac:spMk id="11" creationId="{777D39FC-B322-5F6D-5391-D858758C017E}"/>
          </ac:spMkLst>
        </pc:spChg>
        <pc:spChg chg="add mod">
          <ac:chgData name="tal mitzmacher" userId="1505c5102fa662dd" providerId="LiveId" clId="{83F6014E-8E4E-4D41-9E92-0508A0C63AE7}" dt="2025-12-02T14:44:20.039" v="1"/>
          <ac:spMkLst>
            <pc:docMk/>
            <pc:sldMk cId="0" sldId="271"/>
            <ac:spMk id="12" creationId="{8BB1E835-B9EB-2407-DDAA-DEE1A4DAD5A2}"/>
          </ac:spMkLst>
        </pc:spChg>
        <pc:spChg chg="mod">
          <ac:chgData name="tal mitzmacher" userId="1505c5102fa662dd" providerId="LiveId" clId="{83F6014E-8E4E-4D41-9E92-0508A0C63AE7}" dt="2025-12-02T15:11:16.869" v="34" actId="1076"/>
          <ac:spMkLst>
            <pc:docMk/>
            <pc:sldMk cId="0" sldId="271"/>
            <ac:spMk id="13" creationId="{07757E63-3D5E-3334-8DA8-D8B1B7BEA6CF}"/>
          </ac:spMkLst>
        </pc:spChg>
        <pc:spChg chg="add mod">
          <ac:chgData name="tal mitzmacher" userId="1505c5102fa662dd" providerId="LiveId" clId="{83F6014E-8E4E-4D41-9E92-0508A0C63AE7}" dt="2025-12-02T14:44:20.039" v="1"/>
          <ac:spMkLst>
            <pc:docMk/>
            <pc:sldMk cId="0" sldId="271"/>
            <ac:spMk id="17" creationId="{586E741F-4625-2417-E661-3059F0D1D3FA}"/>
          </ac:spMkLst>
        </pc:spChg>
        <pc:spChg chg="add mod">
          <ac:chgData name="tal mitzmacher" userId="1505c5102fa662dd" providerId="LiveId" clId="{83F6014E-8E4E-4D41-9E92-0508A0C63AE7}" dt="2025-12-02T14:44:20.039" v="1"/>
          <ac:spMkLst>
            <pc:docMk/>
            <pc:sldMk cId="0" sldId="271"/>
            <ac:spMk id="21" creationId="{2ACDB7C1-35FA-4FD8-39D5-56CB6E0F2AE4}"/>
          </ac:spMkLst>
        </pc:spChg>
        <pc:spChg chg="add mod">
          <ac:chgData name="tal mitzmacher" userId="1505c5102fa662dd" providerId="LiveId" clId="{83F6014E-8E4E-4D41-9E92-0508A0C63AE7}" dt="2025-12-02T14:44:20.039" v="1"/>
          <ac:spMkLst>
            <pc:docMk/>
            <pc:sldMk cId="0" sldId="271"/>
            <ac:spMk id="22" creationId="{D59A1225-215A-F075-6FC0-BE667C889655}"/>
          </ac:spMkLst>
        </pc:spChg>
        <pc:spChg chg="add mod">
          <ac:chgData name="tal mitzmacher" userId="1505c5102fa662dd" providerId="LiveId" clId="{83F6014E-8E4E-4D41-9E92-0508A0C63AE7}" dt="2025-12-02T14:44:20.039" v="1"/>
          <ac:spMkLst>
            <pc:docMk/>
            <pc:sldMk cId="0" sldId="271"/>
            <ac:spMk id="23" creationId="{6170A90E-874B-2C41-DB49-212B36FE4041}"/>
          </ac:spMkLst>
        </pc:spChg>
        <pc:spChg chg="add mod">
          <ac:chgData name="tal mitzmacher" userId="1505c5102fa662dd" providerId="LiveId" clId="{83F6014E-8E4E-4D41-9E92-0508A0C63AE7}" dt="2025-12-02T14:44:20.039" v="1"/>
          <ac:spMkLst>
            <pc:docMk/>
            <pc:sldMk cId="0" sldId="271"/>
            <ac:spMk id="24" creationId="{FCB80AC4-90D9-9D14-548A-392E3C5F18AA}"/>
          </ac:spMkLst>
        </pc:spChg>
        <pc:spChg chg="add mod">
          <ac:chgData name="tal mitzmacher" userId="1505c5102fa662dd" providerId="LiveId" clId="{83F6014E-8E4E-4D41-9E92-0508A0C63AE7}" dt="2025-12-02T14:44:20.039" v="1"/>
          <ac:spMkLst>
            <pc:docMk/>
            <pc:sldMk cId="0" sldId="271"/>
            <ac:spMk id="26" creationId="{30576430-EB23-78CB-C6A0-9F22E19AF3F8}"/>
          </ac:spMkLst>
        </pc:spChg>
        <pc:spChg chg="add mod">
          <ac:chgData name="tal mitzmacher" userId="1505c5102fa662dd" providerId="LiveId" clId="{83F6014E-8E4E-4D41-9E92-0508A0C63AE7}" dt="2025-12-02T14:44:25.429" v="2"/>
          <ac:spMkLst>
            <pc:docMk/>
            <pc:sldMk cId="0" sldId="271"/>
            <ac:spMk id="28" creationId="{8AE7411A-7D77-06A3-0016-3E08B2C327B8}"/>
          </ac:spMkLst>
        </pc:spChg>
        <pc:spChg chg="add del mod">
          <ac:chgData name="tal mitzmacher" userId="1505c5102fa662dd" providerId="LiveId" clId="{83F6014E-8E4E-4D41-9E92-0508A0C63AE7}" dt="2025-12-02T15:11:09.654" v="33" actId="478"/>
          <ac:spMkLst>
            <pc:docMk/>
            <pc:sldMk cId="0" sldId="271"/>
            <ac:spMk id="29" creationId="{4D6CA78B-4A58-864D-399D-67924F29B24B}"/>
          </ac:spMkLst>
        </pc:spChg>
        <pc:spChg chg="mod">
          <ac:chgData name="tal mitzmacher" userId="1505c5102fa662dd" providerId="LiveId" clId="{83F6014E-8E4E-4D41-9E92-0508A0C63AE7}" dt="2025-12-02T15:11:16.869" v="34" actId="1076"/>
          <ac:spMkLst>
            <pc:docMk/>
            <pc:sldMk cId="0" sldId="271"/>
            <ac:spMk id="1338" creationId="{00000000-0000-0000-0000-000000000000}"/>
          </ac:spMkLst>
        </pc:spChg>
        <pc:spChg chg="mod">
          <ac:chgData name="tal mitzmacher" userId="1505c5102fa662dd" providerId="LiveId" clId="{83F6014E-8E4E-4D41-9E92-0508A0C63AE7}" dt="2025-12-02T15:11:16.869" v="34" actId="1076"/>
          <ac:spMkLst>
            <pc:docMk/>
            <pc:sldMk cId="0" sldId="271"/>
            <ac:spMk id="1343" creationId="{00000000-0000-0000-0000-000000000000}"/>
          </ac:spMkLst>
        </pc:spChg>
        <pc:spChg chg="mod">
          <ac:chgData name="tal mitzmacher" userId="1505c5102fa662dd" providerId="LiveId" clId="{83F6014E-8E4E-4D41-9E92-0508A0C63AE7}" dt="2025-12-02T15:11:16.869" v="34" actId="1076"/>
          <ac:spMkLst>
            <pc:docMk/>
            <pc:sldMk cId="0" sldId="271"/>
            <ac:spMk id="1344" creationId="{00000000-0000-0000-0000-000000000000}"/>
          </ac:spMkLst>
        </pc:spChg>
        <pc:spChg chg="mod">
          <ac:chgData name="tal mitzmacher" userId="1505c5102fa662dd" providerId="LiveId" clId="{83F6014E-8E4E-4D41-9E92-0508A0C63AE7}" dt="2025-12-02T15:11:16.869" v="34" actId="1076"/>
          <ac:spMkLst>
            <pc:docMk/>
            <pc:sldMk cId="0" sldId="271"/>
            <ac:spMk id="1353" creationId="{00000000-0000-0000-0000-000000000000}"/>
          </ac:spMkLst>
        </pc:spChg>
        <pc:spChg chg="mod">
          <ac:chgData name="tal mitzmacher" userId="1505c5102fa662dd" providerId="LiveId" clId="{83F6014E-8E4E-4D41-9E92-0508A0C63AE7}" dt="2025-12-02T15:11:16.869" v="34" actId="1076"/>
          <ac:spMkLst>
            <pc:docMk/>
            <pc:sldMk cId="0" sldId="271"/>
            <ac:spMk id="1354" creationId="{00000000-0000-0000-0000-000000000000}"/>
          </ac:spMkLst>
        </pc:spChg>
        <pc:spChg chg="mod">
          <ac:chgData name="tal mitzmacher" userId="1505c5102fa662dd" providerId="LiveId" clId="{83F6014E-8E4E-4D41-9E92-0508A0C63AE7}" dt="2025-12-02T15:11:16.869" v="34" actId="1076"/>
          <ac:spMkLst>
            <pc:docMk/>
            <pc:sldMk cId="0" sldId="271"/>
            <ac:spMk id="1355" creationId="{00000000-0000-0000-0000-000000000000}"/>
          </ac:spMkLst>
        </pc:spChg>
        <pc:spChg chg="mod">
          <ac:chgData name="tal mitzmacher" userId="1505c5102fa662dd" providerId="LiveId" clId="{83F6014E-8E4E-4D41-9E92-0508A0C63AE7}" dt="2025-12-02T15:11:16.869" v="34" actId="1076"/>
          <ac:spMkLst>
            <pc:docMk/>
            <pc:sldMk cId="0" sldId="271"/>
            <ac:spMk id="136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4E0623A-867B-4B2C-80CD-6C2D77A29F8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E698BFD6-4A74-4BAB-A648-04583F94339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586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11bc263f502_0_2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11bc263f502_0_2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11bc263f502_0_1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11bc263f502_0_1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12937d0541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12937d0541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11bc263f502_0_3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11bc263f502_0_3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1bc263f502_0_2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11bc263f502_0_2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14897c5ae6f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14897c5ae6f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11bc263f502_0_2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11bc263f502_0_2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12937d05419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12937d05419_0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12937d05419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12937d05419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66E788D-9A29-0251-B818-507E4D06A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58C12FB-7153-5002-1CCA-CF8D635C4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607FD65-6485-85AC-22D6-417D4F008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D4A0DA-B5D2-A448-AB71-79418B11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13E8A9A-FD65-992B-6F09-4EF1AA8E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7189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9A9292-1E3D-CEE3-D2F3-A501C6C0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9E48C47-F8C1-B74C-F5F7-F7A59CC74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EAF6FC-FDFF-A582-1A22-860987C2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D915101-536C-0CCE-F4B6-478E993C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1162DD8-5238-ACA9-3DBC-3069AD09D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12286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57AA0A-3C17-E081-E061-562832AA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A0AB8B5-3229-BF55-06C7-1D53E9050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560454D-5171-0BE3-E1FC-DA429361D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2FAD9AD-01FC-D824-9EBF-7AE45BA94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9278A3E-8CE8-606C-7B49-097FE980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830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7DC540A-573F-E9BB-CA3A-4E8421C6D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75AA572-0067-51A1-58AA-6744FAF08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FA77917-D428-69CC-540D-07083FB01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99963EC-6A7F-5AB0-FF39-2273C5B3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686AB6C-52F5-A771-26DF-897E224D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7BBF9A7-FC80-E445-B93A-74722C971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22509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5DB4A9D-1127-0AD4-B37A-27F011E45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9F63FF7-6036-442C-72A9-43D4FF3D7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B12E195-F4A9-CB90-A7F4-C12185D39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3367A7A-2359-12ED-5197-6F239C9A6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6D1CECB-4B4A-2F80-60F7-F614511DF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4FCBCE7-B3B7-33B8-6891-F4268F3F6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77B6219-39B0-29D4-7C0E-377296332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5FEFE13-D5D5-7F8D-95B6-54EB944D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2890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B2CFE49-BA5F-3A3C-91D7-67F32189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D7497B4-796D-3B6A-95C4-18A05DA9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71E7E60-D8FB-5F77-3CD9-3DE41DC5C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4FF7627-9A3D-2F7D-7500-C66082869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265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4B935BC-6885-C5EF-637C-9D06C358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00F1151-458B-5435-A0A7-537DC5245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181CC54-CF52-D316-2A1A-6B3D780FE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307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EA5216-C00E-800A-9DF6-E046B304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5EDAA5D-9964-E1F3-8268-2F34817ED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C05C910-F523-83D7-4562-4B164A9BC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DCCB846-79DF-7B5E-1AEF-5969D13E9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D7FC1A7-5249-A5D2-6D34-B9F62444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10B6FB4-4CCC-5428-6C83-E3E2C173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556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45F83EE-354F-CB94-05D6-2D3C1EE1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4058E34-E4C4-C719-8322-FFC31A71B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C7FD312-0A4E-1F2E-611E-5C2DBFEBC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9FF376E-9D68-D800-A16E-4E697460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CB12C99-80A7-7D45-4605-7B6F4345E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F04BF3D-8BC9-26DD-5F70-81A6B1C2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6911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EDC960-304F-F34C-5640-A8546AA0E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AB1519E-E9C1-94D2-F98C-EAAA6E70F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D9600CC-2CC0-BD11-0751-25628160D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046AA5F-7F2C-6222-90F9-749F7A10A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F0FA3CA-F73B-19CF-BEF3-CCA9E91DD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166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A0A01CC-C44F-FBE6-C66F-0AF4CA3D4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6993E16-9B88-9D12-2995-C4067497D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926F3C6-E7EE-562A-0527-E4B9C168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D97B-A856-4EFA-9FAD-A7BBFC1EEA7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3596F86-5624-37DD-41FD-16A8672A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2EA8CE5-E72F-06B2-C33D-53DE2690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3845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26753" y="207727"/>
            <a:ext cx="2457809" cy="2457869"/>
            <a:chOff x="2597050" y="3821625"/>
            <a:chExt cx="1016800" cy="1016825"/>
          </a:xfrm>
        </p:grpSpPr>
        <p:sp>
          <p:nvSpPr>
            <p:cNvPr id="10" name="Google Shape;10;p2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" name="Google Shape;22;p2"/>
          <p:cNvSpPr>
            <a:spLocks noGrp="1"/>
          </p:cNvSpPr>
          <p:nvPr>
            <p:ph type="pic" idx="2"/>
          </p:nvPr>
        </p:nvSpPr>
        <p:spPr>
          <a:xfrm rot="-305814">
            <a:off x="9892764" y="373265"/>
            <a:ext cx="3255272" cy="4291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Google Shape;23;p2"/>
          <p:cNvSpPr>
            <a:spLocks noGrp="1"/>
          </p:cNvSpPr>
          <p:nvPr>
            <p:ph type="pic" idx="3"/>
          </p:nvPr>
        </p:nvSpPr>
        <p:spPr>
          <a:xfrm rot="-767854">
            <a:off x="-1026310" y="2611933"/>
            <a:ext cx="3181841" cy="42426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3129203" y="926767"/>
            <a:ext cx="5933600" cy="32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3975332" y="4607251"/>
            <a:ext cx="42412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26" name="Google Shape;2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96117" y="-226108"/>
            <a:ext cx="3459067" cy="122106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 rot="3661550">
            <a:off x="11075609" y="4133853"/>
            <a:ext cx="1410020" cy="1710564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" name="Google Shape;28;p2"/>
          <p:cNvSpPr/>
          <p:nvPr/>
        </p:nvSpPr>
        <p:spPr>
          <a:xfrm>
            <a:off x="8229601" y="5051733"/>
            <a:ext cx="3998900" cy="1960800"/>
          </a:xfrm>
          <a:custGeom>
            <a:avLst/>
            <a:gdLst/>
            <a:ahLst/>
            <a:cxnLst/>
            <a:rect l="l" t="t" r="r" b="b"/>
            <a:pathLst>
              <a:path w="119967" h="58824" extrusionOk="0">
                <a:moveTo>
                  <a:pt x="0" y="58824"/>
                </a:moveTo>
                <a:cubicBezTo>
                  <a:pt x="9914" y="42308"/>
                  <a:pt x="22603" y="22583"/>
                  <a:pt x="41438" y="18546"/>
                </a:cubicBezTo>
                <a:cubicBezTo>
                  <a:pt x="47772" y="17188"/>
                  <a:pt x="54744" y="15521"/>
                  <a:pt x="60853" y="17676"/>
                </a:cubicBezTo>
                <a:cubicBezTo>
                  <a:pt x="68341" y="20318"/>
                  <a:pt x="78000" y="29430"/>
                  <a:pt x="75052" y="36802"/>
                </a:cubicBezTo>
                <a:cubicBezTo>
                  <a:pt x="72971" y="42005"/>
                  <a:pt x="61745" y="41467"/>
                  <a:pt x="58245" y="37091"/>
                </a:cubicBezTo>
                <a:cubicBezTo>
                  <a:pt x="54218" y="32056"/>
                  <a:pt x="57059" y="22957"/>
                  <a:pt x="61142" y="17966"/>
                </a:cubicBezTo>
                <a:cubicBezTo>
                  <a:pt x="74124" y="2097"/>
                  <a:pt x="100078" y="4977"/>
                  <a:pt x="119967" y="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sp>
        <p:nvSpPr>
          <p:cNvPr id="29" name="Google Shape;29;p2"/>
          <p:cNvSpPr/>
          <p:nvPr/>
        </p:nvSpPr>
        <p:spPr>
          <a:xfrm>
            <a:off x="-42197" y="-158499"/>
            <a:ext cx="3591033" cy="1625633"/>
          </a:xfrm>
          <a:custGeom>
            <a:avLst/>
            <a:gdLst/>
            <a:ahLst/>
            <a:cxnLst/>
            <a:rect l="l" t="t" r="r" b="b"/>
            <a:pathLst>
              <a:path w="107731" h="48769" extrusionOk="0">
                <a:moveTo>
                  <a:pt x="670" y="1143"/>
                </a:moveTo>
                <a:cubicBezTo>
                  <a:pt x="-1849" y="12476"/>
                  <a:pt x="3369" y="26715"/>
                  <a:pt x="12481" y="33909"/>
                </a:cubicBezTo>
                <a:cubicBezTo>
                  <a:pt x="27156" y="45495"/>
                  <a:pt x="48825" y="51779"/>
                  <a:pt x="66964" y="47244"/>
                </a:cubicBezTo>
                <a:cubicBezTo>
                  <a:pt x="77425" y="44629"/>
                  <a:pt x="88565" y="39169"/>
                  <a:pt x="94396" y="30099"/>
                </a:cubicBezTo>
                <a:cubicBezTo>
                  <a:pt x="100330" y="20868"/>
                  <a:pt x="102823" y="9815"/>
                  <a:pt x="107731" y="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</p:spTree>
    <p:extLst>
      <p:ext uri="{BB962C8B-B14F-4D97-AF65-F5344CB8AC3E}">
        <p14:creationId xmlns:p14="http://schemas.microsoft.com/office/powerpoint/2010/main" val="2947768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"/>
          <p:cNvSpPr txBox="1">
            <a:spLocks noGrp="1"/>
          </p:cNvSpPr>
          <p:nvPr>
            <p:ph type="title"/>
          </p:nvPr>
        </p:nvSpPr>
        <p:spPr>
          <a:xfrm>
            <a:off x="951200" y="2567000"/>
            <a:ext cx="3930800" cy="17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65" name="Google Shape;565;p25"/>
          <p:cNvSpPr txBox="1">
            <a:spLocks noGrp="1"/>
          </p:cNvSpPr>
          <p:nvPr>
            <p:ph type="title" idx="2"/>
          </p:nvPr>
        </p:nvSpPr>
        <p:spPr>
          <a:xfrm>
            <a:off x="5731100" y="1813117"/>
            <a:ext cx="2393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566" name="Google Shape;566;p25"/>
          <p:cNvSpPr txBox="1">
            <a:spLocks noGrp="1"/>
          </p:cNvSpPr>
          <p:nvPr>
            <p:ph type="subTitle" idx="1"/>
          </p:nvPr>
        </p:nvSpPr>
        <p:spPr>
          <a:xfrm>
            <a:off x="5731100" y="2385847"/>
            <a:ext cx="2393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25"/>
          <p:cNvSpPr txBox="1">
            <a:spLocks noGrp="1"/>
          </p:cNvSpPr>
          <p:nvPr>
            <p:ph type="title" idx="3"/>
          </p:nvPr>
        </p:nvSpPr>
        <p:spPr>
          <a:xfrm>
            <a:off x="8480300" y="1813117"/>
            <a:ext cx="2393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568" name="Google Shape;568;p25"/>
          <p:cNvSpPr txBox="1">
            <a:spLocks noGrp="1"/>
          </p:cNvSpPr>
          <p:nvPr>
            <p:ph type="subTitle" idx="4"/>
          </p:nvPr>
        </p:nvSpPr>
        <p:spPr>
          <a:xfrm>
            <a:off x="8480301" y="2385847"/>
            <a:ext cx="2393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25"/>
          <p:cNvSpPr txBox="1">
            <a:spLocks noGrp="1"/>
          </p:cNvSpPr>
          <p:nvPr>
            <p:ph type="title" idx="5"/>
          </p:nvPr>
        </p:nvSpPr>
        <p:spPr>
          <a:xfrm>
            <a:off x="5731100" y="4260955"/>
            <a:ext cx="2393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570" name="Google Shape;570;p25"/>
          <p:cNvSpPr txBox="1">
            <a:spLocks noGrp="1"/>
          </p:cNvSpPr>
          <p:nvPr>
            <p:ph type="subTitle" idx="6"/>
          </p:nvPr>
        </p:nvSpPr>
        <p:spPr>
          <a:xfrm>
            <a:off x="5731100" y="4833684"/>
            <a:ext cx="2393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5"/>
          <p:cNvSpPr txBox="1">
            <a:spLocks noGrp="1"/>
          </p:cNvSpPr>
          <p:nvPr>
            <p:ph type="title" idx="7"/>
          </p:nvPr>
        </p:nvSpPr>
        <p:spPr>
          <a:xfrm>
            <a:off x="8480300" y="4260953"/>
            <a:ext cx="2393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572" name="Google Shape;572;p25"/>
          <p:cNvSpPr txBox="1">
            <a:spLocks noGrp="1"/>
          </p:cNvSpPr>
          <p:nvPr>
            <p:ph type="subTitle" idx="8"/>
          </p:nvPr>
        </p:nvSpPr>
        <p:spPr>
          <a:xfrm>
            <a:off x="8480301" y="4833684"/>
            <a:ext cx="2393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73" name="Google Shape;573;p25"/>
          <p:cNvGrpSpPr/>
          <p:nvPr/>
        </p:nvGrpSpPr>
        <p:grpSpPr>
          <a:xfrm rot="5400000">
            <a:off x="185605" y="3164372"/>
            <a:ext cx="3012508" cy="5523857"/>
            <a:chOff x="580425" y="3110825"/>
            <a:chExt cx="1220100" cy="2237225"/>
          </a:xfrm>
        </p:grpSpPr>
        <p:sp>
          <p:nvSpPr>
            <p:cNvPr id="574" name="Google Shape;574;p25"/>
            <p:cNvSpPr/>
            <p:nvPr/>
          </p:nvSpPr>
          <p:spPr>
            <a:xfrm>
              <a:off x="5804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25"/>
            <p:cNvSpPr/>
            <p:nvPr/>
          </p:nvSpPr>
          <p:spPr>
            <a:xfrm>
              <a:off x="7837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25"/>
            <p:cNvSpPr/>
            <p:nvPr/>
          </p:nvSpPr>
          <p:spPr>
            <a:xfrm>
              <a:off x="9873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25"/>
            <p:cNvSpPr/>
            <p:nvPr/>
          </p:nvSpPr>
          <p:spPr>
            <a:xfrm>
              <a:off x="1190625" y="3111425"/>
              <a:ext cx="0" cy="2236025"/>
            </a:xfrm>
            <a:custGeom>
              <a:avLst/>
              <a:gdLst/>
              <a:ahLst/>
              <a:cxnLst/>
              <a:rect l="l" t="t" r="r" b="b"/>
              <a:pathLst>
                <a:path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" name="Google Shape;578;p25"/>
            <p:cNvSpPr/>
            <p:nvPr/>
          </p:nvSpPr>
          <p:spPr>
            <a:xfrm>
              <a:off x="13939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" name="Google Shape;579;p25"/>
            <p:cNvSpPr/>
            <p:nvPr/>
          </p:nvSpPr>
          <p:spPr>
            <a:xfrm>
              <a:off x="15972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25"/>
            <p:cNvSpPr/>
            <p:nvPr/>
          </p:nvSpPr>
          <p:spPr>
            <a:xfrm>
              <a:off x="18005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25"/>
            <p:cNvSpPr/>
            <p:nvPr/>
          </p:nvSpPr>
          <p:spPr>
            <a:xfrm>
              <a:off x="581025" y="3110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" name="Google Shape;582;p25"/>
            <p:cNvSpPr/>
            <p:nvPr/>
          </p:nvSpPr>
          <p:spPr>
            <a:xfrm>
              <a:off x="581025" y="3314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25"/>
            <p:cNvSpPr/>
            <p:nvPr/>
          </p:nvSpPr>
          <p:spPr>
            <a:xfrm>
              <a:off x="581025" y="3517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" name="Google Shape;584;p25"/>
            <p:cNvSpPr/>
            <p:nvPr/>
          </p:nvSpPr>
          <p:spPr>
            <a:xfrm>
              <a:off x="581025" y="3721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" name="Google Shape;585;p25"/>
            <p:cNvSpPr/>
            <p:nvPr/>
          </p:nvSpPr>
          <p:spPr>
            <a:xfrm>
              <a:off x="581025" y="39243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" name="Google Shape;586;p25"/>
            <p:cNvSpPr/>
            <p:nvPr/>
          </p:nvSpPr>
          <p:spPr>
            <a:xfrm>
              <a:off x="581025" y="41276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25"/>
            <p:cNvSpPr/>
            <p:nvPr/>
          </p:nvSpPr>
          <p:spPr>
            <a:xfrm>
              <a:off x="581025" y="43309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25"/>
            <p:cNvSpPr/>
            <p:nvPr/>
          </p:nvSpPr>
          <p:spPr>
            <a:xfrm>
              <a:off x="581025" y="45345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25"/>
            <p:cNvSpPr/>
            <p:nvPr/>
          </p:nvSpPr>
          <p:spPr>
            <a:xfrm>
              <a:off x="581025" y="4737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25"/>
            <p:cNvSpPr/>
            <p:nvPr/>
          </p:nvSpPr>
          <p:spPr>
            <a:xfrm>
              <a:off x="581025" y="4941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25"/>
            <p:cNvSpPr/>
            <p:nvPr/>
          </p:nvSpPr>
          <p:spPr>
            <a:xfrm>
              <a:off x="581025" y="5144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25"/>
            <p:cNvSpPr/>
            <p:nvPr/>
          </p:nvSpPr>
          <p:spPr>
            <a:xfrm>
              <a:off x="581025" y="5348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593" name="Google Shape;59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00285" y="5955275"/>
            <a:ext cx="4364564" cy="1296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7497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723800" y="1739900"/>
            <a:ext cx="10744400" cy="468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3" name="Google Shape;233;p13"/>
          <p:cNvSpPr/>
          <p:nvPr/>
        </p:nvSpPr>
        <p:spPr>
          <a:xfrm rot="3661519">
            <a:off x="6563883" y="-1064307"/>
            <a:ext cx="1645852" cy="1675496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4" name="Google Shape;234;p13"/>
          <p:cNvSpPr/>
          <p:nvPr/>
        </p:nvSpPr>
        <p:spPr>
          <a:xfrm rot="3661574">
            <a:off x="9269120" y="-2512263"/>
            <a:ext cx="4203248" cy="5099331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5" name="Google Shape;235;p13"/>
          <p:cNvSpPr/>
          <p:nvPr/>
        </p:nvSpPr>
        <p:spPr>
          <a:xfrm>
            <a:off x="7391400" y="-254000"/>
            <a:ext cx="5016467" cy="2413000"/>
          </a:xfrm>
          <a:custGeom>
            <a:avLst/>
            <a:gdLst/>
            <a:ahLst/>
            <a:cxnLst/>
            <a:rect l="l" t="t" r="r" b="b"/>
            <a:pathLst>
              <a:path w="157734" h="72390" extrusionOk="0">
                <a:moveTo>
                  <a:pt x="0" y="0"/>
                </a:moveTo>
                <a:cubicBezTo>
                  <a:pt x="0" y="10377"/>
                  <a:pt x="3038" y="22853"/>
                  <a:pt x="11430" y="28956"/>
                </a:cubicBezTo>
                <a:cubicBezTo>
                  <a:pt x="16438" y="32598"/>
                  <a:pt x="22232" y="35288"/>
                  <a:pt x="28194" y="36957"/>
                </a:cubicBezTo>
                <a:cubicBezTo>
                  <a:pt x="44261" y="41456"/>
                  <a:pt x="61744" y="37495"/>
                  <a:pt x="78105" y="40767"/>
                </a:cubicBezTo>
                <a:cubicBezTo>
                  <a:pt x="88468" y="42840"/>
                  <a:pt x="99368" y="45475"/>
                  <a:pt x="107823" y="51816"/>
                </a:cubicBezTo>
                <a:cubicBezTo>
                  <a:pt x="114757" y="57017"/>
                  <a:pt x="119916" y="65113"/>
                  <a:pt x="128016" y="68199"/>
                </a:cubicBezTo>
                <a:cubicBezTo>
                  <a:pt x="137365" y="71760"/>
                  <a:pt x="147730" y="72390"/>
                  <a:pt x="157734" y="7239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sp>
        <p:nvSpPr>
          <p:cNvPr id="236" name="Google Shape;236;p13"/>
          <p:cNvSpPr txBox="1">
            <a:spLocks noGrp="1"/>
          </p:cNvSpPr>
          <p:nvPr>
            <p:ph type="title"/>
          </p:nvPr>
        </p:nvSpPr>
        <p:spPr>
          <a:xfrm>
            <a:off x="951033" y="593367"/>
            <a:ext cx="10290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title" idx="2"/>
          </p:nvPr>
        </p:nvSpPr>
        <p:spPr>
          <a:xfrm>
            <a:off x="1097000" y="2601833"/>
            <a:ext cx="3207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1"/>
          </p:nvPr>
        </p:nvSpPr>
        <p:spPr>
          <a:xfrm>
            <a:off x="1097000" y="3174552"/>
            <a:ext cx="32072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title" idx="3"/>
          </p:nvPr>
        </p:nvSpPr>
        <p:spPr>
          <a:xfrm>
            <a:off x="4492400" y="2601833"/>
            <a:ext cx="3207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subTitle" idx="4"/>
          </p:nvPr>
        </p:nvSpPr>
        <p:spPr>
          <a:xfrm>
            <a:off x="4492400" y="3174552"/>
            <a:ext cx="32072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title" idx="5"/>
          </p:nvPr>
        </p:nvSpPr>
        <p:spPr>
          <a:xfrm>
            <a:off x="1097000" y="4745281"/>
            <a:ext cx="3207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subTitle" idx="6"/>
          </p:nvPr>
        </p:nvSpPr>
        <p:spPr>
          <a:xfrm>
            <a:off x="1097000" y="5318000"/>
            <a:ext cx="32072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7"/>
          </p:nvPr>
        </p:nvSpPr>
        <p:spPr>
          <a:xfrm>
            <a:off x="4492400" y="4745281"/>
            <a:ext cx="3207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8"/>
          </p:nvPr>
        </p:nvSpPr>
        <p:spPr>
          <a:xfrm>
            <a:off x="4492400" y="5318000"/>
            <a:ext cx="32072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9" hasCustomPrompt="1"/>
          </p:nvPr>
        </p:nvSpPr>
        <p:spPr>
          <a:xfrm>
            <a:off x="1097000" y="1908800"/>
            <a:ext cx="1198800" cy="8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13" hasCustomPrompt="1"/>
          </p:nvPr>
        </p:nvSpPr>
        <p:spPr>
          <a:xfrm>
            <a:off x="1097000" y="4052261"/>
            <a:ext cx="1198800" cy="8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14" hasCustomPrompt="1"/>
          </p:nvPr>
        </p:nvSpPr>
        <p:spPr>
          <a:xfrm>
            <a:off x="4492400" y="1908800"/>
            <a:ext cx="1198800" cy="8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title" idx="15" hasCustomPrompt="1"/>
          </p:nvPr>
        </p:nvSpPr>
        <p:spPr>
          <a:xfrm>
            <a:off x="4492400" y="4052261"/>
            <a:ext cx="1198800" cy="8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9" name="Google Shape;249;p13"/>
          <p:cNvSpPr txBox="1">
            <a:spLocks noGrp="1"/>
          </p:cNvSpPr>
          <p:nvPr>
            <p:ph type="title" idx="16"/>
          </p:nvPr>
        </p:nvSpPr>
        <p:spPr>
          <a:xfrm>
            <a:off x="7887800" y="2601833"/>
            <a:ext cx="3207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17"/>
          </p:nvPr>
        </p:nvSpPr>
        <p:spPr>
          <a:xfrm>
            <a:off x="7887800" y="3174552"/>
            <a:ext cx="32072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title" idx="18"/>
          </p:nvPr>
        </p:nvSpPr>
        <p:spPr>
          <a:xfrm>
            <a:off x="7887800" y="4745281"/>
            <a:ext cx="3207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9"/>
          </p:nvPr>
        </p:nvSpPr>
        <p:spPr>
          <a:xfrm>
            <a:off x="7887800" y="5318000"/>
            <a:ext cx="32072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title" idx="20" hasCustomPrompt="1"/>
          </p:nvPr>
        </p:nvSpPr>
        <p:spPr>
          <a:xfrm>
            <a:off x="7887800" y="1908800"/>
            <a:ext cx="1198800" cy="8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>
            <a:spLocks noGrp="1"/>
          </p:cNvSpPr>
          <p:nvPr>
            <p:ph type="title" idx="21" hasCustomPrompt="1"/>
          </p:nvPr>
        </p:nvSpPr>
        <p:spPr>
          <a:xfrm>
            <a:off x="7887800" y="4052261"/>
            <a:ext cx="1198800" cy="8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64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255" name="Google Shape;25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218933" y="814701"/>
            <a:ext cx="2650700" cy="78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30969">
            <a:off x="8009281" y="6191073"/>
            <a:ext cx="3780713" cy="5406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1727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"/>
          <p:cNvSpPr txBox="1">
            <a:spLocks noGrp="1"/>
          </p:cNvSpPr>
          <p:nvPr>
            <p:ph type="subTitle" idx="1"/>
          </p:nvPr>
        </p:nvSpPr>
        <p:spPr>
          <a:xfrm>
            <a:off x="1849500" y="3574300"/>
            <a:ext cx="3965200" cy="16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20"/>
          <p:cNvSpPr txBox="1">
            <a:spLocks noGrp="1"/>
          </p:cNvSpPr>
          <p:nvPr>
            <p:ph type="title"/>
          </p:nvPr>
        </p:nvSpPr>
        <p:spPr>
          <a:xfrm>
            <a:off x="1849500" y="2589100"/>
            <a:ext cx="39652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0"/>
          <p:cNvSpPr/>
          <p:nvPr/>
        </p:nvSpPr>
        <p:spPr>
          <a:xfrm rot="-3661577" flipH="1">
            <a:off x="482423" y="4368376"/>
            <a:ext cx="2106764" cy="2555901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37" name="Google Shape;437;p20"/>
          <p:cNvGrpSpPr/>
          <p:nvPr/>
        </p:nvGrpSpPr>
        <p:grpSpPr>
          <a:xfrm>
            <a:off x="-14" y="531494"/>
            <a:ext cx="2457809" cy="2457869"/>
            <a:chOff x="2597050" y="3821625"/>
            <a:chExt cx="1016800" cy="1016825"/>
          </a:xfrm>
        </p:grpSpPr>
        <p:sp>
          <p:nvSpPr>
            <p:cNvPr id="438" name="Google Shape;438;p20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20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4" name="Google Shape;444;p20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0" name="Google Shape;450;p20"/>
          <p:cNvSpPr/>
          <p:nvPr/>
        </p:nvSpPr>
        <p:spPr>
          <a:xfrm>
            <a:off x="-42197" y="-158499"/>
            <a:ext cx="3591033" cy="1625633"/>
          </a:xfrm>
          <a:custGeom>
            <a:avLst/>
            <a:gdLst/>
            <a:ahLst/>
            <a:cxnLst/>
            <a:rect l="l" t="t" r="r" b="b"/>
            <a:pathLst>
              <a:path w="107731" h="48769" extrusionOk="0">
                <a:moveTo>
                  <a:pt x="670" y="1143"/>
                </a:moveTo>
                <a:cubicBezTo>
                  <a:pt x="-1849" y="12476"/>
                  <a:pt x="3369" y="26715"/>
                  <a:pt x="12481" y="33909"/>
                </a:cubicBezTo>
                <a:cubicBezTo>
                  <a:pt x="27156" y="45495"/>
                  <a:pt x="48825" y="51779"/>
                  <a:pt x="66964" y="47244"/>
                </a:cubicBezTo>
                <a:cubicBezTo>
                  <a:pt x="77425" y="44629"/>
                  <a:pt x="88565" y="39169"/>
                  <a:pt x="94396" y="30099"/>
                </a:cubicBezTo>
                <a:cubicBezTo>
                  <a:pt x="100330" y="20868"/>
                  <a:pt x="102823" y="9815"/>
                  <a:pt x="107731" y="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grpSp>
        <p:nvGrpSpPr>
          <p:cNvPr id="451" name="Google Shape;451;p20"/>
          <p:cNvGrpSpPr/>
          <p:nvPr/>
        </p:nvGrpSpPr>
        <p:grpSpPr>
          <a:xfrm>
            <a:off x="9208482" y="955968"/>
            <a:ext cx="3012508" cy="5523857"/>
            <a:chOff x="580425" y="3110825"/>
            <a:chExt cx="1220100" cy="2237225"/>
          </a:xfrm>
        </p:grpSpPr>
        <p:sp>
          <p:nvSpPr>
            <p:cNvPr id="452" name="Google Shape;452;p20"/>
            <p:cNvSpPr/>
            <p:nvPr/>
          </p:nvSpPr>
          <p:spPr>
            <a:xfrm>
              <a:off x="5804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7837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9873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1190625" y="3111425"/>
              <a:ext cx="0" cy="2236025"/>
            </a:xfrm>
            <a:custGeom>
              <a:avLst/>
              <a:gdLst/>
              <a:ahLst/>
              <a:cxnLst/>
              <a:rect l="l" t="t" r="r" b="b"/>
              <a:pathLst>
                <a:path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13939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15972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18005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581025" y="3110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581025" y="3314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20"/>
            <p:cNvSpPr/>
            <p:nvPr/>
          </p:nvSpPr>
          <p:spPr>
            <a:xfrm>
              <a:off x="581025" y="3517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20"/>
            <p:cNvSpPr/>
            <p:nvPr/>
          </p:nvSpPr>
          <p:spPr>
            <a:xfrm>
              <a:off x="581025" y="3721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20"/>
            <p:cNvSpPr/>
            <p:nvPr/>
          </p:nvSpPr>
          <p:spPr>
            <a:xfrm>
              <a:off x="581025" y="39243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20"/>
            <p:cNvSpPr/>
            <p:nvPr/>
          </p:nvSpPr>
          <p:spPr>
            <a:xfrm>
              <a:off x="581025" y="41276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581025" y="43309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581025" y="45345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581025" y="4737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581025" y="4941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20"/>
            <p:cNvSpPr/>
            <p:nvPr/>
          </p:nvSpPr>
          <p:spPr>
            <a:xfrm>
              <a:off x="581025" y="5144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581025" y="5348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471" name="Google Shape;47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934" y="6138785"/>
            <a:ext cx="4670633" cy="569833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0"/>
          <p:cNvSpPr>
            <a:spLocks noGrp="1"/>
          </p:cNvSpPr>
          <p:nvPr>
            <p:ph type="pic" idx="2"/>
          </p:nvPr>
        </p:nvSpPr>
        <p:spPr>
          <a:xfrm rot="-317840">
            <a:off x="6648037" y="486071"/>
            <a:ext cx="3609015" cy="488890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73" name="Google Shape;473;p20"/>
          <p:cNvSpPr>
            <a:spLocks noGrp="1"/>
          </p:cNvSpPr>
          <p:nvPr>
            <p:ph type="pic" idx="3"/>
          </p:nvPr>
        </p:nvSpPr>
        <p:spPr>
          <a:xfrm rot="288103">
            <a:off x="9315515" y="3179464"/>
            <a:ext cx="2499171" cy="299933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03096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title"/>
          </p:nvPr>
        </p:nvSpPr>
        <p:spPr>
          <a:xfrm>
            <a:off x="951033" y="593367"/>
            <a:ext cx="10290000" cy="9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-1508567" y="-793598"/>
            <a:ext cx="2302971" cy="2304155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1" name="Google Shape;291;p15"/>
          <p:cNvSpPr/>
          <p:nvPr/>
        </p:nvSpPr>
        <p:spPr>
          <a:xfrm flipH="1">
            <a:off x="-164844" y="-105332"/>
            <a:ext cx="2338144" cy="1124699"/>
          </a:xfrm>
          <a:custGeom>
            <a:avLst/>
            <a:gdLst/>
            <a:ahLst/>
            <a:cxnLst/>
            <a:rect l="l" t="t" r="r" b="b"/>
            <a:pathLst>
              <a:path w="157734" h="72390" extrusionOk="0">
                <a:moveTo>
                  <a:pt x="0" y="0"/>
                </a:moveTo>
                <a:cubicBezTo>
                  <a:pt x="0" y="10377"/>
                  <a:pt x="3038" y="22853"/>
                  <a:pt x="11430" y="28956"/>
                </a:cubicBezTo>
                <a:cubicBezTo>
                  <a:pt x="16438" y="32598"/>
                  <a:pt x="22232" y="35288"/>
                  <a:pt x="28194" y="36957"/>
                </a:cubicBezTo>
                <a:cubicBezTo>
                  <a:pt x="44261" y="41456"/>
                  <a:pt x="61744" y="37495"/>
                  <a:pt x="78105" y="40767"/>
                </a:cubicBezTo>
                <a:cubicBezTo>
                  <a:pt x="88468" y="42840"/>
                  <a:pt x="99368" y="45475"/>
                  <a:pt x="107823" y="51816"/>
                </a:cubicBezTo>
                <a:cubicBezTo>
                  <a:pt x="114757" y="57017"/>
                  <a:pt x="119916" y="65113"/>
                  <a:pt x="128016" y="68199"/>
                </a:cubicBezTo>
                <a:cubicBezTo>
                  <a:pt x="137365" y="71760"/>
                  <a:pt x="147730" y="72390"/>
                  <a:pt x="157734" y="7239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pic>
        <p:nvPicPr>
          <p:cNvPr id="292" name="Google Shape;29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667" y="-105337"/>
            <a:ext cx="3245567" cy="6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886051" y="5966825"/>
            <a:ext cx="3459067" cy="1221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4627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14"/>
          <p:cNvGrpSpPr/>
          <p:nvPr/>
        </p:nvGrpSpPr>
        <p:grpSpPr>
          <a:xfrm>
            <a:off x="-284081" y="-38835"/>
            <a:ext cx="5467181" cy="5467120"/>
            <a:chOff x="4747600" y="1890450"/>
            <a:chExt cx="2237225" cy="2237200"/>
          </a:xfrm>
        </p:grpSpPr>
        <p:sp>
          <p:nvSpPr>
            <p:cNvPr id="259" name="Google Shape;259;p14"/>
            <p:cNvSpPr/>
            <p:nvPr/>
          </p:nvSpPr>
          <p:spPr>
            <a:xfrm>
              <a:off x="47476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1" y="0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49509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1" y="0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1542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1" y="0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3578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1" y="0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55611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57644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59677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61713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63746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65779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67812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6984800" y="1891050"/>
              <a:ext cx="25" cy="2236000"/>
            </a:xfrm>
            <a:custGeom>
              <a:avLst/>
              <a:gdLst/>
              <a:ahLst/>
              <a:cxnLst/>
              <a:rect l="l" t="t" r="r" b="b"/>
              <a:pathLst>
                <a:path w="1" h="89440" fill="none" extrusionOk="0">
                  <a:moveTo>
                    <a:pt x="0" y="0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748200" y="1890450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4748200" y="2093750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4748200" y="2297050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4748200" y="2500650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4748200" y="2703950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4748200" y="29072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4748200" y="31105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4748200" y="33141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748200" y="35174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4748200" y="37207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4748200" y="39240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4748200" y="4127625"/>
              <a:ext cx="2236025" cy="25"/>
            </a:xfrm>
            <a:custGeom>
              <a:avLst/>
              <a:gdLst/>
              <a:ahLst/>
              <a:cxnLst/>
              <a:rect l="l" t="t" r="r" b="b"/>
              <a:pathLst>
                <a:path w="89441" h="1" fill="none" extrusionOk="0">
                  <a:moveTo>
                    <a:pt x="89440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83" name="Google Shape;283;p14"/>
          <p:cNvSpPr/>
          <p:nvPr/>
        </p:nvSpPr>
        <p:spPr>
          <a:xfrm rot="3661618">
            <a:off x="5420183" y="-360724"/>
            <a:ext cx="7291752" cy="8846168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4" name="Google Shape;284;p14"/>
          <p:cNvSpPr/>
          <p:nvPr/>
        </p:nvSpPr>
        <p:spPr>
          <a:xfrm>
            <a:off x="7912101" y="2146301"/>
            <a:ext cx="4381500" cy="4762500"/>
          </a:xfrm>
          <a:custGeom>
            <a:avLst/>
            <a:gdLst/>
            <a:ahLst/>
            <a:cxnLst/>
            <a:rect l="l" t="t" r="r" b="b"/>
            <a:pathLst>
              <a:path w="131445" h="142875" extrusionOk="0">
                <a:moveTo>
                  <a:pt x="131445" y="0"/>
                </a:moveTo>
                <a:cubicBezTo>
                  <a:pt x="118030" y="1677"/>
                  <a:pt x="102981" y="6710"/>
                  <a:pt x="94869" y="17526"/>
                </a:cubicBezTo>
                <a:cubicBezTo>
                  <a:pt x="88241" y="26363"/>
                  <a:pt x="88211" y="38591"/>
                  <a:pt x="84963" y="49149"/>
                </a:cubicBezTo>
                <a:cubicBezTo>
                  <a:pt x="81897" y="59114"/>
                  <a:pt x="75098" y="67985"/>
                  <a:pt x="67437" y="75057"/>
                </a:cubicBezTo>
                <a:cubicBezTo>
                  <a:pt x="56000" y="85615"/>
                  <a:pt x="36954" y="83568"/>
                  <a:pt x="24003" y="92202"/>
                </a:cubicBezTo>
                <a:cubicBezTo>
                  <a:pt x="15855" y="97634"/>
                  <a:pt x="11830" y="107745"/>
                  <a:pt x="7620" y="116586"/>
                </a:cubicBezTo>
                <a:cubicBezTo>
                  <a:pt x="3697" y="124823"/>
                  <a:pt x="0" y="133751"/>
                  <a:pt x="0" y="142875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sp>
        <p:nvSpPr>
          <p:cNvPr id="285" name="Google Shape;285;p14"/>
          <p:cNvSpPr/>
          <p:nvPr/>
        </p:nvSpPr>
        <p:spPr>
          <a:xfrm>
            <a:off x="1488800" y="1015300"/>
            <a:ext cx="9214400" cy="498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6" name="Google Shape;286;p14"/>
          <p:cNvSpPr txBox="1">
            <a:spLocks noGrp="1"/>
          </p:cNvSpPr>
          <p:nvPr>
            <p:ph type="title"/>
          </p:nvPr>
        </p:nvSpPr>
        <p:spPr>
          <a:xfrm>
            <a:off x="3270412" y="4285100"/>
            <a:ext cx="5651200" cy="6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4"/>
          <p:cNvSpPr txBox="1">
            <a:spLocks noGrp="1"/>
          </p:cNvSpPr>
          <p:nvPr>
            <p:ph type="subTitle" idx="1"/>
          </p:nvPr>
        </p:nvSpPr>
        <p:spPr>
          <a:xfrm>
            <a:off x="3270384" y="2068700"/>
            <a:ext cx="5651200" cy="22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461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7"/>
          <p:cNvSpPr txBox="1">
            <a:spLocks noGrp="1"/>
          </p:cNvSpPr>
          <p:nvPr>
            <p:ph type="title" hasCustomPrompt="1"/>
          </p:nvPr>
        </p:nvSpPr>
        <p:spPr>
          <a:xfrm>
            <a:off x="2762967" y="917787"/>
            <a:ext cx="2832400" cy="10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45" name="Google Shape;645;p27"/>
          <p:cNvSpPr txBox="1">
            <a:spLocks noGrp="1"/>
          </p:cNvSpPr>
          <p:nvPr>
            <p:ph type="subTitle" idx="1"/>
          </p:nvPr>
        </p:nvSpPr>
        <p:spPr>
          <a:xfrm>
            <a:off x="2762967" y="1799716"/>
            <a:ext cx="2832400" cy="13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646" name="Google Shape;646;p27"/>
          <p:cNvSpPr txBox="1">
            <a:spLocks noGrp="1"/>
          </p:cNvSpPr>
          <p:nvPr>
            <p:ph type="title" idx="2" hasCustomPrompt="1"/>
          </p:nvPr>
        </p:nvSpPr>
        <p:spPr>
          <a:xfrm>
            <a:off x="4679851" y="3623487"/>
            <a:ext cx="2832400" cy="10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47" name="Google Shape;647;p27"/>
          <p:cNvSpPr txBox="1">
            <a:spLocks noGrp="1"/>
          </p:cNvSpPr>
          <p:nvPr>
            <p:ph type="subTitle" idx="3"/>
          </p:nvPr>
        </p:nvSpPr>
        <p:spPr>
          <a:xfrm>
            <a:off x="4679851" y="4513688"/>
            <a:ext cx="2832400" cy="13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648" name="Google Shape;648;p27"/>
          <p:cNvSpPr txBox="1">
            <a:spLocks noGrp="1"/>
          </p:cNvSpPr>
          <p:nvPr>
            <p:ph type="title" idx="4" hasCustomPrompt="1"/>
          </p:nvPr>
        </p:nvSpPr>
        <p:spPr>
          <a:xfrm>
            <a:off x="6596517" y="917787"/>
            <a:ext cx="2832400" cy="10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49" name="Google Shape;649;p27"/>
          <p:cNvSpPr txBox="1">
            <a:spLocks noGrp="1"/>
          </p:cNvSpPr>
          <p:nvPr>
            <p:ph type="subTitle" idx="5"/>
          </p:nvPr>
        </p:nvSpPr>
        <p:spPr>
          <a:xfrm>
            <a:off x="6596517" y="1799720"/>
            <a:ext cx="2832400" cy="13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650" name="Google Shape;650;p27"/>
          <p:cNvSpPr/>
          <p:nvPr/>
        </p:nvSpPr>
        <p:spPr>
          <a:xfrm rot="-4141518" flipH="1">
            <a:off x="-1646941" y="1663347"/>
            <a:ext cx="5815359" cy="7055125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51" name="Google Shape;651;p27"/>
          <p:cNvGrpSpPr/>
          <p:nvPr/>
        </p:nvGrpSpPr>
        <p:grpSpPr>
          <a:xfrm>
            <a:off x="-133" y="-177"/>
            <a:ext cx="2723668" cy="2723735"/>
            <a:chOff x="2597050" y="3821625"/>
            <a:chExt cx="1016800" cy="1016825"/>
          </a:xfrm>
        </p:grpSpPr>
        <p:sp>
          <p:nvSpPr>
            <p:cNvPr id="652" name="Google Shape;652;p27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27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64" name="Google Shape;664;p27"/>
          <p:cNvSpPr/>
          <p:nvPr/>
        </p:nvSpPr>
        <p:spPr>
          <a:xfrm rot="10800000" flipH="1">
            <a:off x="-89313" y="4505467"/>
            <a:ext cx="3851524" cy="2433909"/>
          </a:xfrm>
          <a:custGeom>
            <a:avLst/>
            <a:gdLst/>
            <a:ahLst/>
            <a:cxnLst/>
            <a:rect l="l" t="t" r="r" b="b"/>
            <a:pathLst>
              <a:path w="138827" h="74039" extrusionOk="0">
                <a:moveTo>
                  <a:pt x="138684" y="0"/>
                </a:moveTo>
                <a:cubicBezTo>
                  <a:pt x="138684" y="10680"/>
                  <a:pt x="139255" y="21531"/>
                  <a:pt x="137160" y="32004"/>
                </a:cubicBezTo>
                <a:cubicBezTo>
                  <a:pt x="135360" y="41002"/>
                  <a:pt x="127278" y="48900"/>
                  <a:pt x="118872" y="52578"/>
                </a:cubicBezTo>
                <a:cubicBezTo>
                  <a:pt x="109906" y="56501"/>
                  <a:pt x="99131" y="55640"/>
                  <a:pt x="89535" y="53721"/>
                </a:cubicBezTo>
                <a:cubicBezTo>
                  <a:pt x="83297" y="52473"/>
                  <a:pt x="75235" y="51029"/>
                  <a:pt x="72390" y="45339"/>
                </a:cubicBezTo>
                <a:cubicBezTo>
                  <a:pt x="70830" y="42220"/>
                  <a:pt x="70855" y="35625"/>
                  <a:pt x="74295" y="35052"/>
                </a:cubicBezTo>
                <a:cubicBezTo>
                  <a:pt x="80063" y="34091"/>
                  <a:pt x="85619" y="43857"/>
                  <a:pt x="84201" y="49530"/>
                </a:cubicBezTo>
                <a:cubicBezTo>
                  <a:pt x="82305" y="57114"/>
                  <a:pt x="74704" y="62339"/>
                  <a:pt x="68199" y="66675"/>
                </a:cubicBezTo>
                <a:cubicBezTo>
                  <a:pt x="57793" y="73613"/>
                  <a:pt x="43652" y="71601"/>
                  <a:pt x="31242" y="73152"/>
                </a:cubicBezTo>
                <a:cubicBezTo>
                  <a:pt x="20859" y="74450"/>
                  <a:pt x="9359" y="74783"/>
                  <a:pt x="0" y="70104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sp>
        <p:nvSpPr>
          <p:cNvPr id="665" name="Google Shape;665;p27"/>
          <p:cNvSpPr/>
          <p:nvPr/>
        </p:nvSpPr>
        <p:spPr>
          <a:xfrm rot="3661519">
            <a:off x="8779050" y="3646060"/>
            <a:ext cx="1645852" cy="1675496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666" name="Google Shape;66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89300" y="3516235"/>
            <a:ext cx="4290840" cy="8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6517" y="6198292"/>
            <a:ext cx="3459067" cy="1221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8" name="Google Shape;668;p27"/>
          <p:cNvGrpSpPr/>
          <p:nvPr/>
        </p:nvGrpSpPr>
        <p:grpSpPr>
          <a:xfrm>
            <a:off x="9734186" y="4400127"/>
            <a:ext cx="2457809" cy="2457869"/>
            <a:chOff x="2597050" y="3821625"/>
            <a:chExt cx="1016800" cy="1016825"/>
          </a:xfrm>
        </p:grpSpPr>
        <p:sp>
          <p:nvSpPr>
            <p:cNvPr id="669" name="Google Shape;669;p27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27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27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231911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>
            <a:spLocks noGrp="1"/>
          </p:cNvSpPr>
          <p:nvPr>
            <p:ph type="title"/>
          </p:nvPr>
        </p:nvSpPr>
        <p:spPr>
          <a:xfrm>
            <a:off x="6416967" y="1076400"/>
            <a:ext cx="4824000" cy="18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7"/>
          <p:cNvSpPr txBox="1">
            <a:spLocks noGrp="1"/>
          </p:cNvSpPr>
          <p:nvPr>
            <p:ph type="body" idx="1"/>
          </p:nvPr>
        </p:nvSpPr>
        <p:spPr>
          <a:xfrm>
            <a:off x="6416967" y="2963200"/>
            <a:ext cx="4824000" cy="2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 rtl="0">
              <a:spcBef>
                <a:spcPts val="0"/>
              </a:spcBef>
              <a:spcAft>
                <a:spcPts val="0"/>
              </a:spcAft>
              <a:buSzPts val="1000"/>
              <a:buFont typeface="Open Sans Medium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9pPr>
          </a:lstStyle>
          <a:p>
            <a:endParaRPr/>
          </a:p>
        </p:txBody>
      </p:sp>
      <p:grpSp>
        <p:nvGrpSpPr>
          <p:cNvPr id="125" name="Google Shape;125;p7"/>
          <p:cNvGrpSpPr/>
          <p:nvPr/>
        </p:nvGrpSpPr>
        <p:grpSpPr>
          <a:xfrm>
            <a:off x="-28973" y="667072"/>
            <a:ext cx="3012508" cy="5523857"/>
            <a:chOff x="580425" y="3110825"/>
            <a:chExt cx="1220100" cy="2237225"/>
          </a:xfrm>
        </p:grpSpPr>
        <p:sp>
          <p:nvSpPr>
            <p:cNvPr id="126" name="Google Shape;126;p7"/>
            <p:cNvSpPr/>
            <p:nvPr/>
          </p:nvSpPr>
          <p:spPr>
            <a:xfrm>
              <a:off x="5804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7837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9873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1190625" y="3111425"/>
              <a:ext cx="0" cy="2236025"/>
            </a:xfrm>
            <a:custGeom>
              <a:avLst/>
              <a:gdLst/>
              <a:ahLst/>
              <a:cxnLst/>
              <a:rect l="l" t="t" r="r" b="b"/>
              <a:pathLst>
                <a:path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13939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15972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18005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581025" y="3110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581025" y="3314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581025" y="3517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581025" y="3721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581025" y="39243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581025" y="41276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581025" y="43309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581025" y="45345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81025" y="4737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1025" y="4941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581025" y="5144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581025" y="5348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5" name="Google Shape;145;p7"/>
          <p:cNvSpPr/>
          <p:nvPr/>
        </p:nvSpPr>
        <p:spPr>
          <a:xfrm rot="-4136475" flipH="1">
            <a:off x="2777876" y="4864396"/>
            <a:ext cx="2669173" cy="3238211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46" name="Google Shape;1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47083" y="-481716"/>
            <a:ext cx="4468900" cy="13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>
            <a:spLocks noGrp="1"/>
          </p:cNvSpPr>
          <p:nvPr>
            <p:ph type="pic" idx="2"/>
          </p:nvPr>
        </p:nvSpPr>
        <p:spPr>
          <a:xfrm rot="-356">
            <a:off x="1408213" y="536507"/>
            <a:ext cx="3864800" cy="4766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48" name="Google Shape;148;p7"/>
          <p:cNvSpPr>
            <a:spLocks noGrp="1"/>
          </p:cNvSpPr>
          <p:nvPr>
            <p:ph type="pic" idx="3"/>
          </p:nvPr>
        </p:nvSpPr>
        <p:spPr>
          <a:xfrm rot="-276311">
            <a:off x="470452" y="3067431"/>
            <a:ext cx="2426233" cy="287727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3720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8"/>
          <p:cNvSpPr txBox="1">
            <a:spLocks noGrp="1"/>
          </p:cNvSpPr>
          <p:nvPr>
            <p:ph type="title"/>
          </p:nvPr>
        </p:nvSpPr>
        <p:spPr>
          <a:xfrm>
            <a:off x="3590000" y="868651"/>
            <a:ext cx="5012000" cy="12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6667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6667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6667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6667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6667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6667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6667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6667"/>
            </a:lvl9pPr>
          </a:lstStyle>
          <a:p>
            <a:endParaRPr/>
          </a:p>
        </p:txBody>
      </p:sp>
      <p:sp>
        <p:nvSpPr>
          <p:cNvPr id="683" name="Google Shape;683;p28"/>
          <p:cNvSpPr txBox="1">
            <a:spLocks noGrp="1"/>
          </p:cNvSpPr>
          <p:nvPr>
            <p:ph type="title" idx="2"/>
          </p:nvPr>
        </p:nvSpPr>
        <p:spPr>
          <a:xfrm>
            <a:off x="3590800" y="1940084"/>
            <a:ext cx="5010400" cy="1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684" name="Google Shape;684;p28"/>
          <p:cNvSpPr txBox="1"/>
          <p:nvPr/>
        </p:nvSpPr>
        <p:spPr>
          <a:xfrm>
            <a:off x="2813000" y="4959567"/>
            <a:ext cx="6566000" cy="7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28"/>
          <p:cNvSpPr/>
          <p:nvPr/>
        </p:nvSpPr>
        <p:spPr>
          <a:xfrm rot="6101033">
            <a:off x="-1906859" y="3024771"/>
            <a:ext cx="4189321" cy="5272132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86" name="Google Shape;686;p28"/>
          <p:cNvGrpSpPr/>
          <p:nvPr/>
        </p:nvGrpSpPr>
        <p:grpSpPr>
          <a:xfrm rot="5400000">
            <a:off x="1255671" y="-1255662"/>
            <a:ext cx="3012508" cy="5523857"/>
            <a:chOff x="580425" y="3110825"/>
            <a:chExt cx="1220100" cy="2237225"/>
          </a:xfrm>
        </p:grpSpPr>
        <p:sp>
          <p:nvSpPr>
            <p:cNvPr id="687" name="Google Shape;687;p28"/>
            <p:cNvSpPr/>
            <p:nvPr/>
          </p:nvSpPr>
          <p:spPr>
            <a:xfrm>
              <a:off x="5804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28"/>
            <p:cNvSpPr/>
            <p:nvPr/>
          </p:nvSpPr>
          <p:spPr>
            <a:xfrm>
              <a:off x="7837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9873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1190625" y="3111425"/>
              <a:ext cx="0" cy="2236025"/>
            </a:xfrm>
            <a:custGeom>
              <a:avLst/>
              <a:gdLst/>
              <a:ahLst/>
              <a:cxnLst/>
              <a:rect l="l" t="t" r="r" b="b"/>
              <a:pathLst>
                <a:path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13939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15972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18005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581025" y="3110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581025" y="3314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581025" y="3517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581025" y="3721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581025" y="39243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581025" y="41276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581025" y="43309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581025" y="45345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581025" y="4737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581025" y="4941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581025" y="5144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581025" y="5348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06" name="Google Shape;706;p28"/>
          <p:cNvSpPr/>
          <p:nvPr/>
        </p:nvSpPr>
        <p:spPr>
          <a:xfrm rot="10800000">
            <a:off x="-780990" y="4484064"/>
            <a:ext cx="4151559" cy="2477909"/>
          </a:xfrm>
          <a:custGeom>
            <a:avLst/>
            <a:gdLst/>
            <a:ahLst/>
            <a:cxnLst/>
            <a:rect l="l" t="t" r="r" b="b"/>
            <a:pathLst>
              <a:path w="157734" h="72390" extrusionOk="0">
                <a:moveTo>
                  <a:pt x="0" y="0"/>
                </a:moveTo>
                <a:cubicBezTo>
                  <a:pt x="0" y="10377"/>
                  <a:pt x="3038" y="22853"/>
                  <a:pt x="11430" y="28956"/>
                </a:cubicBezTo>
                <a:cubicBezTo>
                  <a:pt x="16438" y="32598"/>
                  <a:pt x="22232" y="35288"/>
                  <a:pt x="28194" y="36957"/>
                </a:cubicBezTo>
                <a:cubicBezTo>
                  <a:pt x="44261" y="41456"/>
                  <a:pt x="61744" y="37495"/>
                  <a:pt x="78105" y="40767"/>
                </a:cubicBezTo>
                <a:cubicBezTo>
                  <a:pt x="88468" y="42840"/>
                  <a:pt x="99368" y="45475"/>
                  <a:pt x="107823" y="51816"/>
                </a:cubicBezTo>
                <a:cubicBezTo>
                  <a:pt x="114757" y="57017"/>
                  <a:pt x="119916" y="65113"/>
                  <a:pt x="128016" y="68199"/>
                </a:cubicBezTo>
                <a:cubicBezTo>
                  <a:pt x="137365" y="71760"/>
                  <a:pt x="147730" y="72390"/>
                  <a:pt x="157734" y="7239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grpSp>
        <p:nvGrpSpPr>
          <p:cNvPr id="707" name="Google Shape;707;p28"/>
          <p:cNvGrpSpPr/>
          <p:nvPr/>
        </p:nvGrpSpPr>
        <p:grpSpPr>
          <a:xfrm>
            <a:off x="9106153" y="1886094"/>
            <a:ext cx="2457809" cy="2457869"/>
            <a:chOff x="2597050" y="3821625"/>
            <a:chExt cx="1016800" cy="1016825"/>
          </a:xfrm>
        </p:grpSpPr>
        <p:sp>
          <p:nvSpPr>
            <p:cNvPr id="708" name="Google Shape;708;p28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28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28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28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5872192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9"/>
          <p:cNvSpPr/>
          <p:nvPr/>
        </p:nvSpPr>
        <p:spPr>
          <a:xfrm rot="4264625" flipH="1">
            <a:off x="-183365" y="-580093"/>
            <a:ext cx="6697501" cy="8125143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7" name="Google Shape;417;p19"/>
          <p:cNvSpPr txBox="1">
            <a:spLocks noGrp="1"/>
          </p:cNvSpPr>
          <p:nvPr>
            <p:ph type="subTitle" idx="1"/>
          </p:nvPr>
        </p:nvSpPr>
        <p:spPr>
          <a:xfrm>
            <a:off x="6787433" y="3223851"/>
            <a:ext cx="35912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19"/>
          <p:cNvSpPr txBox="1">
            <a:spLocks noGrp="1"/>
          </p:cNvSpPr>
          <p:nvPr>
            <p:ph type="title"/>
          </p:nvPr>
        </p:nvSpPr>
        <p:spPr>
          <a:xfrm>
            <a:off x="6787433" y="2238651"/>
            <a:ext cx="35912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419" name="Google Shape;419;p19"/>
          <p:cNvGrpSpPr/>
          <p:nvPr/>
        </p:nvGrpSpPr>
        <p:grpSpPr>
          <a:xfrm>
            <a:off x="9772824" y="4522738"/>
            <a:ext cx="2457809" cy="2457869"/>
            <a:chOff x="2597050" y="3821625"/>
            <a:chExt cx="1016800" cy="1016825"/>
          </a:xfrm>
        </p:grpSpPr>
        <p:sp>
          <p:nvSpPr>
            <p:cNvPr id="420" name="Google Shape;420;p19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19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19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19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19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32" name="Google Shape;432;p19"/>
          <p:cNvSpPr>
            <a:spLocks noGrp="1"/>
          </p:cNvSpPr>
          <p:nvPr>
            <p:ph type="pic" idx="2"/>
          </p:nvPr>
        </p:nvSpPr>
        <p:spPr>
          <a:xfrm>
            <a:off x="1275371" y="906500"/>
            <a:ext cx="3730800" cy="512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3049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4E5CA60-E20B-1A1D-FAB6-51E72D6F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A6123EB-578D-ADBD-A20E-F7350BA9A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E695B6B-0EA8-DCD6-3952-C7E3CCCD5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25D97B-A856-4EFA-9FAD-A7BBFC1EEA78}" type="datetimeFigureOut">
              <a:rPr lang="he-IL" smtClean="0"/>
              <a:t>י"א/כסלו/תשפ"ו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BA9011B-08CB-F8B5-956A-F29223A23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0C730B4-D7B1-FA0F-E6E6-CFA31E9CF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AE9A9-BE2F-4190-8863-5907C4EDC5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539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9" r:id="rId20"/>
    <p:sldLayoutId id="2147483670" r:id="rId2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5"/>
          <p:cNvSpPr/>
          <p:nvPr/>
        </p:nvSpPr>
        <p:spPr>
          <a:xfrm rot="3661593">
            <a:off x="2644751" y="-1188199"/>
            <a:ext cx="6902500" cy="8374033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grpSp>
        <p:nvGrpSpPr>
          <p:cNvPr id="774" name="Google Shape;774;p35"/>
          <p:cNvGrpSpPr/>
          <p:nvPr/>
        </p:nvGrpSpPr>
        <p:grpSpPr>
          <a:xfrm rot="5400000">
            <a:off x="8000805" y="4723634"/>
            <a:ext cx="3012508" cy="5523857"/>
            <a:chOff x="580425" y="3110825"/>
            <a:chExt cx="1220100" cy="2237225"/>
          </a:xfrm>
        </p:grpSpPr>
        <p:sp>
          <p:nvSpPr>
            <p:cNvPr id="775" name="Google Shape;775;p35"/>
            <p:cNvSpPr/>
            <p:nvPr/>
          </p:nvSpPr>
          <p:spPr>
            <a:xfrm>
              <a:off x="5804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76" name="Google Shape;776;p35"/>
            <p:cNvSpPr/>
            <p:nvPr/>
          </p:nvSpPr>
          <p:spPr>
            <a:xfrm>
              <a:off x="7837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77" name="Google Shape;777;p35"/>
            <p:cNvSpPr/>
            <p:nvPr/>
          </p:nvSpPr>
          <p:spPr>
            <a:xfrm>
              <a:off x="987325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78" name="Google Shape;778;p35"/>
            <p:cNvSpPr/>
            <p:nvPr/>
          </p:nvSpPr>
          <p:spPr>
            <a:xfrm>
              <a:off x="1190625" y="3111425"/>
              <a:ext cx="0" cy="2236025"/>
            </a:xfrm>
            <a:custGeom>
              <a:avLst/>
              <a:gdLst/>
              <a:ahLst/>
              <a:cxnLst/>
              <a:rect l="l" t="t" r="r" b="b"/>
              <a:pathLst>
                <a:path h="89441" fill="none" extrusionOk="0">
                  <a:moveTo>
                    <a:pt x="0" y="1"/>
                  </a:moveTo>
                  <a:lnTo>
                    <a:pt x="0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79" name="Google Shape;779;p35"/>
            <p:cNvSpPr/>
            <p:nvPr/>
          </p:nvSpPr>
          <p:spPr>
            <a:xfrm>
              <a:off x="13939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0" name="Google Shape;780;p35"/>
            <p:cNvSpPr/>
            <p:nvPr/>
          </p:nvSpPr>
          <p:spPr>
            <a:xfrm>
              <a:off x="15972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1" name="Google Shape;781;p35"/>
            <p:cNvSpPr/>
            <p:nvPr/>
          </p:nvSpPr>
          <p:spPr>
            <a:xfrm>
              <a:off x="1800500" y="3111425"/>
              <a:ext cx="25" cy="2236025"/>
            </a:xfrm>
            <a:custGeom>
              <a:avLst/>
              <a:gdLst/>
              <a:ahLst/>
              <a:cxnLst/>
              <a:rect l="l" t="t" r="r" b="b"/>
              <a:pathLst>
                <a:path w="1" h="89441" fill="none" extrusionOk="0">
                  <a:moveTo>
                    <a:pt x="1" y="1"/>
                  </a:moveTo>
                  <a:lnTo>
                    <a:pt x="1" y="8944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2" name="Google Shape;782;p35"/>
            <p:cNvSpPr/>
            <p:nvPr/>
          </p:nvSpPr>
          <p:spPr>
            <a:xfrm>
              <a:off x="581025" y="3110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3" name="Google Shape;783;p35"/>
            <p:cNvSpPr/>
            <p:nvPr/>
          </p:nvSpPr>
          <p:spPr>
            <a:xfrm>
              <a:off x="581025" y="3314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4" name="Google Shape;784;p35"/>
            <p:cNvSpPr/>
            <p:nvPr/>
          </p:nvSpPr>
          <p:spPr>
            <a:xfrm>
              <a:off x="581025" y="3517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5" name="Google Shape;785;p35"/>
            <p:cNvSpPr/>
            <p:nvPr/>
          </p:nvSpPr>
          <p:spPr>
            <a:xfrm>
              <a:off x="581025" y="3721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6" name="Google Shape;786;p35"/>
            <p:cNvSpPr/>
            <p:nvPr/>
          </p:nvSpPr>
          <p:spPr>
            <a:xfrm>
              <a:off x="581025" y="39243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7" name="Google Shape;787;p35"/>
            <p:cNvSpPr/>
            <p:nvPr/>
          </p:nvSpPr>
          <p:spPr>
            <a:xfrm>
              <a:off x="581025" y="41276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8" name="Google Shape;788;p35"/>
            <p:cNvSpPr/>
            <p:nvPr/>
          </p:nvSpPr>
          <p:spPr>
            <a:xfrm>
              <a:off x="581025" y="43309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89" name="Google Shape;789;p35"/>
            <p:cNvSpPr/>
            <p:nvPr/>
          </p:nvSpPr>
          <p:spPr>
            <a:xfrm>
              <a:off x="581025" y="45345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90" name="Google Shape;790;p35"/>
            <p:cNvSpPr/>
            <p:nvPr/>
          </p:nvSpPr>
          <p:spPr>
            <a:xfrm>
              <a:off x="581025" y="47378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91" name="Google Shape;791;p35"/>
            <p:cNvSpPr/>
            <p:nvPr/>
          </p:nvSpPr>
          <p:spPr>
            <a:xfrm>
              <a:off x="581025" y="49411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92" name="Google Shape;792;p35"/>
            <p:cNvSpPr/>
            <p:nvPr/>
          </p:nvSpPr>
          <p:spPr>
            <a:xfrm>
              <a:off x="581025" y="51444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793" name="Google Shape;793;p35"/>
            <p:cNvSpPr/>
            <p:nvPr/>
          </p:nvSpPr>
          <p:spPr>
            <a:xfrm>
              <a:off x="581025" y="5348025"/>
              <a:ext cx="1216525" cy="25"/>
            </a:xfrm>
            <a:custGeom>
              <a:avLst/>
              <a:gdLst/>
              <a:ahLst/>
              <a:cxnLst/>
              <a:rect l="l" t="t" r="r" b="b"/>
              <a:pathLst>
                <a:path w="48661" h="1" fill="none" extrusionOk="0">
                  <a:moveTo>
                    <a:pt x="48661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</p:grpSp>
      <p:sp>
        <p:nvSpPr>
          <p:cNvPr id="794" name="Google Shape;794;p35"/>
          <p:cNvSpPr txBox="1">
            <a:spLocks noGrp="1"/>
          </p:cNvSpPr>
          <p:nvPr>
            <p:ph type="ctrTitle"/>
          </p:nvPr>
        </p:nvSpPr>
        <p:spPr>
          <a:xfrm>
            <a:off x="3138960" y="1071015"/>
            <a:ext cx="5933600" cy="32016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b" anchorCtr="0">
            <a:noAutofit/>
          </a:bodyPr>
          <a:lstStyle/>
          <a:p>
            <a:pPr rtl="0"/>
            <a:r>
              <a:rPr lang="en" sz="8800" b="1" dirty="0"/>
              <a:t>Real </a:t>
            </a:r>
            <a:br>
              <a:rPr lang="he-IL" sz="8800" b="1" dirty="0"/>
            </a:br>
            <a:r>
              <a:rPr lang="en" sz="8800" b="1" dirty="0"/>
              <a:t>OR </a:t>
            </a:r>
            <a:br>
              <a:rPr lang="he-IL" sz="8800" b="1" dirty="0"/>
            </a:br>
            <a:r>
              <a:rPr lang="en" sz="8800" b="1" dirty="0"/>
              <a:t>Fake</a:t>
            </a:r>
            <a:endParaRPr sz="8800" b="1" dirty="0"/>
          </a:p>
        </p:txBody>
      </p:sp>
      <p:sp>
        <p:nvSpPr>
          <p:cNvPr id="796" name="Google Shape;796;p35"/>
          <p:cNvSpPr/>
          <p:nvPr/>
        </p:nvSpPr>
        <p:spPr>
          <a:xfrm>
            <a:off x="5474485" y="4377745"/>
            <a:ext cx="1120513" cy="38100"/>
          </a:xfrm>
          <a:custGeom>
            <a:avLst/>
            <a:gdLst/>
            <a:ahLst/>
            <a:cxnLst/>
            <a:rect l="l" t="t" r="r" b="b"/>
            <a:pathLst>
              <a:path w="56007" h="1143" extrusionOk="0">
                <a:moveTo>
                  <a:pt x="0" y="1143"/>
                </a:moveTo>
                <a:cubicBezTo>
                  <a:pt x="18673" y="1143"/>
                  <a:pt x="37334" y="0"/>
                  <a:pt x="56007" y="0"/>
                </a:cubicBezTo>
              </a:path>
            </a:pathLst>
          </a:custGeom>
          <a:noFill/>
          <a:ln w="3810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pic>
        <p:nvPicPr>
          <p:cNvPr id="797" name="Google Shape;797;p35"/>
          <p:cNvPicPr preferRelativeResize="0"/>
          <p:nvPr/>
        </p:nvPicPr>
        <p:blipFill rotWithShape="1">
          <a:blip r:embed="rId3">
            <a:alphaModFix/>
          </a:blip>
          <a:srcRect l="45124"/>
          <a:stretch/>
        </p:blipFill>
        <p:spPr>
          <a:xfrm rot="-785178">
            <a:off x="-122655" y="2240668"/>
            <a:ext cx="3780715" cy="985189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35"/>
          <p:cNvSpPr/>
          <p:nvPr/>
        </p:nvSpPr>
        <p:spPr>
          <a:xfrm rot="-765531">
            <a:off x="-636922" y="3128383"/>
            <a:ext cx="3358647" cy="3198541"/>
          </a:xfrm>
          <a:custGeom>
            <a:avLst/>
            <a:gdLst/>
            <a:ahLst/>
            <a:cxnLst/>
            <a:rect l="l" t="t" r="r" b="b"/>
            <a:pathLst>
              <a:path w="73855" h="95870" extrusionOk="0">
                <a:moveTo>
                  <a:pt x="70842" y="1691"/>
                </a:moveTo>
                <a:lnTo>
                  <a:pt x="70842" y="94167"/>
                </a:lnTo>
                <a:lnTo>
                  <a:pt x="2977" y="94167"/>
                </a:lnTo>
                <a:lnTo>
                  <a:pt x="2977" y="1691"/>
                </a:lnTo>
                <a:close/>
                <a:moveTo>
                  <a:pt x="0" y="0"/>
                </a:moveTo>
                <a:lnTo>
                  <a:pt x="0" y="215"/>
                </a:lnTo>
                <a:lnTo>
                  <a:pt x="0" y="1703"/>
                </a:lnTo>
                <a:lnTo>
                  <a:pt x="0" y="94167"/>
                </a:lnTo>
                <a:lnTo>
                  <a:pt x="0" y="95655"/>
                </a:lnTo>
                <a:lnTo>
                  <a:pt x="0" y="95869"/>
                </a:lnTo>
                <a:lnTo>
                  <a:pt x="73855" y="95869"/>
                </a:lnTo>
                <a:lnTo>
                  <a:pt x="73855" y="94167"/>
                </a:lnTo>
                <a:lnTo>
                  <a:pt x="73807" y="94167"/>
                </a:lnTo>
                <a:lnTo>
                  <a:pt x="73807" y="1703"/>
                </a:lnTo>
                <a:lnTo>
                  <a:pt x="73807" y="215"/>
                </a:lnTo>
                <a:lnTo>
                  <a:pt x="7380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grpSp>
        <p:nvGrpSpPr>
          <p:cNvPr id="800" name="Google Shape;800;p35"/>
          <p:cNvGrpSpPr/>
          <p:nvPr/>
        </p:nvGrpSpPr>
        <p:grpSpPr>
          <a:xfrm rot="-765594">
            <a:off x="-678609" y="6342632"/>
            <a:ext cx="68805" cy="765688"/>
            <a:chOff x="2462200" y="7517025"/>
            <a:chExt cx="37825" cy="420925"/>
          </a:xfrm>
        </p:grpSpPr>
        <p:sp>
          <p:nvSpPr>
            <p:cNvPr id="801" name="Google Shape;801;p35"/>
            <p:cNvSpPr/>
            <p:nvPr/>
          </p:nvSpPr>
          <p:spPr>
            <a:xfrm>
              <a:off x="2462200" y="7912900"/>
              <a:ext cx="36925" cy="25050"/>
            </a:xfrm>
            <a:custGeom>
              <a:avLst/>
              <a:gdLst/>
              <a:ahLst/>
              <a:cxnLst/>
              <a:rect l="l" t="t" r="r" b="b"/>
              <a:pathLst>
                <a:path w="1477" h="1002" extrusionOk="0">
                  <a:moveTo>
                    <a:pt x="1310" y="1"/>
                  </a:moveTo>
                  <a:lnTo>
                    <a:pt x="1310" y="775"/>
                  </a:lnTo>
                  <a:cubicBezTo>
                    <a:pt x="1274" y="763"/>
                    <a:pt x="1251" y="751"/>
                    <a:pt x="1215" y="715"/>
                  </a:cubicBezTo>
                  <a:cubicBezTo>
                    <a:pt x="1179" y="692"/>
                    <a:pt x="1144" y="644"/>
                    <a:pt x="1108" y="608"/>
                  </a:cubicBezTo>
                  <a:cubicBezTo>
                    <a:pt x="1072" y="561"/>
                    <a:pt x="1048" y="513"/>
                    <a:pt x="1013" y="465"/>
                  </a:cubicBezTo>
                  <a:cubicBezTo>
                    <a:pt x="965" y="406"/>
                    <a:pt x="929" y="346"/>
                    <a:pt x="882" y="287"/>
                  </a:cubicBezTo>
                  <a:cubicBezTo>
                    <a:pt x="834" y="239"/>
                    <a:pt x="798" y="180"/>
                    <a:pt x="751" y="144"/>
                  </a:cubicBezTo>
                  <a:cubicBezTo>
                    <a:pt x="703" y="96"/>
                    <a:pt x="643" y="72"/>
                    <a:pt x="596" y="49"/>
                  </a:cubicBezTo>
                  <a:cubicBezTo>
                    <a:pt x="536" y="25"/>
                    <a:pt x="477" y="13"/>
                    <a:pt x="405" y="13"/>
                  </a:cubicBezTo>
                  <a:cubicBezTo>
                    <a:pt x="358" y="13"/>
                    <a:pt x="310" y="25"/>
                    <a:pt x="251" y="37"/>
                  </a:cubicBezTo>
                  <a:cubicBezTo>
                    <a:pt x="203" y="60"/>
                    <a:pt x="167" y="84"/>
                    <a:pt x="120" y="120"/>
                  </a:cubicBezTo>
                  <a:cubicBezTo>
                    <a:pt x="84" y="156"/>
                    <a:pt x="60" y="203"/>
                    <a:pt x="36" y="263"/>
                  </a:cubicBezTo>
                  <a:cubicBezTo>
                    <a:pt x="12" y="322"/>
                    <a:pt x="1" y="394"/>
                    <a:pt x="1" y="477"/>
                  </a:cubicBezTo>
                  <a:cubicBezTo>
                    <a:pt x="1" y="572"/>
                    <a:pt x="12" y="656"/>
                    <a:pt x="48" y="727"/>
                  </a:cubicBezTo>
                  <a:cubicBezTo>
                    <a:pt x="72" y="811"/>
                    <a:pt x="120" y="870"/>
                    <a:pt x="191" y="918"/>
                  </a:cubicBezTo>
                  <a:cubicBezTo>
                    <a:pt x="251" y="965"/>
                    <a:pt x="334" y="989"/>
                    <a:pt x="441" y="989"/>
                  </a:cubicBezTo>
                  <a:lnTo>
                    <a:pt x="489" y="989"/>
                  </a:lnTo>
                  <a:cubicBezTo>
                    <a:pt x="512" y="977"/>
                    <a:pt x="524" y="977"/>
                    <a:pt x="524" y="977"/>
                  </a:cubicBezTo>
                  <a:lnTo>
                    <a:pt x="524" y="799"/>
                  </a:lnTo>
                  <a:lnTo>
                    <a:pt x="441" y="799"/>
                  </a:lnTo>
                  <a:cubicBezTo>
                    <a:pt x="393" y="799"/>
                    <a:pt x="346" y="787"/>
                    <a:pt x="298" y="763"/>
                  </a:cubicBezTo>
                  <a:cubicBezTo>
                    <a:pt x="262" y="739"/>
                    <a:pt x="227" y="703"/>
                    <a:pt x="203" y="668"/>
                  </a:cubicBezTo>
                  <a:cubicBezTo>
                    <a:pt x="179" y="620"/>
                    <a:pt x="155" y="561"/>
                    <a:pt x="155" y="489"/>
                  </a:cubicBezTo>
                  <a:cubicBezTo>
                    <a:pt x="155" y="418"/>
                    <a:pt x="167" y="370"/>
                    <a:pt x="191" y="322"/>
                  </a:cubicBezTo>
                  <a:cubicBezTo>
                    <a:pt x="215" y="287"/>
                    <a:pt x="239" y="263"/>
                    <a:pt x="274" y="239"/>
                  </a:cubicBezTo>
                  <a:cubicBezTo>
                    <a:pt x="310" y="215"/>
                    <a:pt x="358" y="203"/>
                    <a:pt x="393" y="203"/>
                  </a:cubicBezTo>
                  <a:cubicBezTo>
                    <a:pt x="465" y="203"/>
                    <a:pt x="524" y="227"/>
                    <a:pt x="584" y="263"/>
                  </a:cubicBezTo>
                  <a:cubicBezTo>
                    <a:pt x="643" y="299"/>
                    <a:pt x="691" y="346"/>
                    <a:pt x="739" y="394"/>
                  </a:cubicBezTo>
                  <a:cubicBezTo>
                    <a:pt x="786" y="453"/>
                    <a:pt x="834" y="525"/>
                    <a:pt x="882" y="596"/>
                  </a:cubicBezTo>
                  <a:cubicBezTo>
                    <a:pt x="929" y="644"/>
                    <a:pt x="965" y="692"/>
                    <a:pt x="1001" y="739"/>
                  </a:cubicBezTo>
                  <a:cubicBezTo>
                    <a:pt x="1036" y="787"/>
                    <a:pt x="1084" y="834"/>
                    <a:pt x="1120" y="870"/>
                  </a:cubicBezTo>
                  <a:cubicBezTo>
                    <a:pt x="1167" y="918"/>
                    <a:pt x="1203" y="942"/>
                    <a:pt x="1263" y="965"/>
                  </a:cubicBezTo>
                  <a:cubicBezTo>
                    <a:pt x="1310" y="989"/>
                    <a:pt x="1358" y="1001"/>
                    <a:pt x="1417" y="1001"/>
                  </a:cubicBezTo>
                  <a:lnTo>
                    <a:pt x="1477" y="1001"/>
                  </a:lnTo>
                  <a:lnTo>
                    <a:pt x="14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2" name="Google Shape;802;p35"/>
            <p:cNvSpPr/>
            <p:nvPr/>
          </p:nvSpPr>
          <p:spPr>
            <a:xfrm>
              <a:off x="2462200" y="7882550"/>
              <a:ext cx="37825" cy="25325"/>
            </a:xfrm>
            <a:custGeom>
              <a:avLst/>
              <a:gdLst/>
              <a:ahLst/>
              <a:cxnLst/>
              <a:rect l="l" t="t" r="r" b="b"/>
              <a:pathLst>
                <a:path w="1513" h="1013" extrusionOk="0">
                  <a:moveTo>
                    <a:pt x="810" y="191"/>
                  </a:moveTo>
                  <a:cubicBezTo>
                    <a:pt x="929" y="191"/>
                    <a:pt x="1024" y="203"/>
                    <a:pt x="1108" y="227"/>
                  </a:cubicBezTo>
                  <a:cubicBezTo>
                    <a:pt x="1191" y="239"/>
                    <a:pt x="1251" y="274"/>
                    <a:pt x="1286" y="310"/>
                  </a:cubicBezTo>
                  <a:cubicBezTo>
                    <a:pt x="1334" y="358"/>
                    <a:pt x="1358" y="417"/>
                    <a:pt x="1358" y="501"/>
                  </a:cubicBezTo>
                  <a:cubicBezTo>
                    <a:pt x="1358" y="584"/>
                    <a:pt x="1334" y="643"/>
                    <a:pt x="1298" y="691"/>
                  </a:cubicBezTo>
                  <a:cubicBezTo>
                    <a:pt x="1251" y="739"/>
                    <a:pt x="1191" y="763"/>
                    <a:pt x="1108" y="786"/>
                  </a:cubicBezTo>
                  <a:cubicBezTo>
                    <a:pt x="1024" y="798"/>
                    <a:pt x="929" y="810"/>
                    <a:pt x="810" y="810"/>
                  </a:cubicBezTo>
                  <a:lnTo>
                    <a:pt x="715" y="810"/>
                  </a:lnTo>
                  <a:cubicBezTo>
                    <a:pt x="584" y="810"/>
                    <a:pt x="489" y="798"/>
                    <a:pt x="405" y="786"/>
                  </a:cubicBezTo>
                  <a:cubicBezTo>
                    <a:pt x="322" y="774"/>
                    <a:pt x="262" y="739"/>
                    <a:pt x="227" y="691"/>
                  </a:cubicBezTo>
                  <a:cubicBezTo>
                    <a:pt x="179" y="643"/>
                    <a:pt x="167" y="584"/>
                    <a:pt x="167" y="501"/>
                  </a:cubicBezTo>
                  <a:cubicBezTo>
                    <a:pt x="167" y="417"/>
                    <a:pt x="179" y="358"/>
                    <a:pt x="227" y="310"/>
                  </a:cubicBezTo>
                  <a:cubicBezTo>
                    <a:pt x="262" y="274"/>
                    <a:pt x="322" y="239"/>
                    <a:pt x="405" y="227"/>
                  </a:cubicBezTo>
                  <a:cubicBezTo>
                    <a:pt x="489" y="203"/>
                    <a:pt x="584" y="191"/>
                    <a:pt x="715" y="191"/>
                  </a:cubicBezTo>
                  <a:close/>
                  <a:moveTo>
                    <a:pt x="763" y="1"/>
                  </a:moveTo>
                  <a:cubicBezTo>
                    <a:pt x="608" y="1"/>
                    <a:pt x="489" y="12"/>
                    <a:pt x="393" y="36"/>
                  </a:cubicBezTo>
                  <a:cubicBezTo>
                    <a:pt x="298" y="60"/>
                    <a:pt x="215" y="96"/>
                    <a:pt x="155" y="131"/>
                  </a:cubicBezTo>
                  <a:cubicBezTo>
                    <a:pt x="108" y="179"/>
                    <a:pt x="60" y="227"/>
                    <a:pt x="36" y="286"/>
                  </a:cubicBezTo>
                  <a:cubicBezTo>
                    <a:pt x="12" y="358"/>
                    <a:pt x="1" y="429"/>
                    <a:pt x="1" y="501"/>
                  </a:cubicBezTo>
                  <a:cubicBezTo>
                    <a:pt x="1" y="584"/>
                    <a:pt x="12" y="655"/>
                    <a:pt x="36" y="715"/>
                  </a:cubicBezTo>
                  <a:cubicBezTo>
                    <a:pt x="60" y="774"/>
                    <a:pt x="108" y="834"/>
                    <a:pt x="155" y="870"/>
                  </a:cubicBezTo>
                  <a:cubicBezTo>
                    <a:pt x="215" y="917"/>
                    <a:pt x="298" y="953"/>
                    <a:pt x="393" y="977"/>
                  </a:cubicBezTo>
                  <a:cubicBezTo>
                    <a:pt x="489" y="1001"/>
                    <a:pt x="608" y="1013"/>
                    <a:pt x="763" y="1013"/>
                  </a:cubicBezTo>
                  <a:cubicBezTo>
                    <a:pt x="905" y="1013"/>
                    <a:pt x="1024" y="1001"/>
                    <a:pt x="1120" y="977"/>
                  </a:cubicBezTo>
                  <a:cubicBezTo>
                    <a:pt x="1215" y="953"/>
                    <a:pt x="1298" y="917"/>
                    <a:pt x="1358" y="870"/>
                  </a:cubicBezTo>
                  <a:cubicBezTo>
                    <a:pt x="1405" y="834"/>
                    <a:pt x="1453" y="774"/>
                    <a:pt x="1477" y="715"/>
                  </a:cubicBezTo>
                  <a:cubicBezTo>
                    <a:pt x="1501" y="655"/>
                    <a:pt x="1513" y="584"/>
                    <a:pt x="1513" y="501"/>
                  </a:cubicBezTo>
                  <a:cubicBezTo>
                    <a:pt x="1513" y="417"/>
                    <a:pt x="1501" y="346"/>
                    <a:pt x="1477" y="286"/>
                  </a:cubicBezTo>
                  <a:cubicBezTo>
                    <a:pt x="1453" y="227"/>
                    <a:pt x="1405" y="179"/>
                    <a:pt x="1358" y="131"/>
                  </a:cubicBezTo>
                  <a:cubicBezTo>
                    <a:pt x="1298" y="96"/>
                    <a:pt x="1215" y="60"/>
                    <a:pt x="1120" y="36"/>
                  </a:cubicBezTo>
                  <a:cubicBezTo>
                    <a:pt x="1024" y="12"/>
                    <a:pt x="905" y="1"/>
                    <a:pt x="7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3" name="Google Shape;803;p35"/>
            <p:cNvSpPr/>
            <p:nvPr/>
          </p:nvSpPr>
          <p:spPr>
            <a:xfrm>
              <a:off x="2462200" y="7851900"/>
              <a:ext cx="36925" cy="25025"/>
            </a:xfrm>
            <a:custGeom>
              <a:avLst/>
              <a:gdLst/>
              <a:ahLst/>
              <a:cxnLst/>
              <a:rect l="l" t="t" r="r" b="b"/>
              <a:pathLst>
                <a:path w="1477" h="1001" extrusionOk="0">
                  <a:moveTo>
                    <a:pt x="1310" y="0"/>
                  </a:moveTo>
                  <a:lnTo>
                    <a:pt x="1310" y="774"/>
                  </a:lnTo>
                  <a:cubicBezTo>
                    <a:pt x="1274" y="774"/>
                    <a:pt x="1251" y="750"/>
                    <a:pt x="1215" y="715"/>
                  </a:cubicBezTo>
                  <a:cubicBezTo>
                    <a:pt x="1179" y="691"/>
                    <a:pt x="1144" y="655"/>
                    <a:pt x="1108" y="607"/>
                  </a:cubicBezTo>
                  <a:cubicBezTo>
                    <a:pt x="1072" y="560"/>
                    <a:pt x="1048" y="512"/>
                    <a:pt x="1013" y="476"/>
                  </a:cubicBezTo>
                  <a:cubicBezTo>
                    <a:pt x="965" y="405"/>
                    <a:pt x="929" y="345"/>
                    <a:pt x="882" y="286"/>
                  </a:cubicBezTo>
                  <a:cubicBezTo>
                    <a:pt x="834" y="238"/>
                    <a:pt x="798" y="191"/>
                    <a:pt x="751" y="143"/>
                  </a:cubicBezTo>
                  <a:cubicBezTo>
                    <a:pt x="703" y="107"/>
                    <a:pt x="643" y="72"/>
                    <a:pt x="596" y="48"/>
                  </a:cubicBezTo>
                  <a:cubicBezTo>
                    <a:pt x="536" y="24"/>
                    <a:pt x="477" y="12"/>
                    <a:pt x="405" y="12"/>
                  </a:cubicBezTo>
                  <a:cubicBezTo>
                    <a:pt x="358" y="12"/>
                    <a:pt x="310" y="24"/>
                    <a:pt x="251" y="36"/>
                  </a:cubicBezTo>
                  <a:cubicBezTo>
                    <a:pt x="203" y="60"/>
                    <a:pt x="167" y="84"/>
                    <a:pt x="120" y="119"/>
                  </a:cubicBezTo>
                  <a:cubicBezTo>
                    <a:pt x="84" y="167"/>
                    <a:pt x="60" y="214"/>
                    <a:pt x="36" y="274"/>
                  </a:cubicBezTo>
                  <a:cubicBezTo>
                    <a:pt x="12" y="322"/>
                    <a:pt x="1" y="393"/>
                    <a:pt x="1" y="476"/>
                  </a:cubicBezTo>
                  <a:cubicBezTo>
                    <a:pt x="1" y="572"/>
                    <a:pt x="12" y="655"/>
                    <a:pt x="48" y="726"/>
                  </a:cubicBezTo>
                  <a:cubicBezTo>
                    <a:pt x="72" y="810"/>
                    <a:pt x="120" y="869"/>
                    <a:pt x="191" y="917"/>
                  </a:cubicBezTo>
                  <a:cubicBezTo>
                    <a:pt x="251" y="965"/>
                    <a:pt x="334" y="988"/>
                    <a:pt x="441" y="988"/>
                  </a:cubicBezTo>
                  <a:lnTo>
                    <a:pt x="489" y="988"/>
                  </a:lnTo>
                  <a:cubicBezTo>
                    <a:pt x="512" y="988"/>
                    <a:pt x="524" y="976"/>
                    <a:pt x="524" y="976"/>
                  </a:cubicBezTo>
                  <a:lnTo>
                    <a:pt x="524" y="798"/>
                  </a:lnTo>
                  <a:lnTo>
                    <a:pt x="441" y="798"/>
                  </a:lnTo>
                  <a:cubicBezTo>
                    <a:pt x="393" y="798"/>
                    <a:pt x="346" y="786"/>
                    <a:pt x="298" y="762"/>
                  </a:cubicBezTo>
                  <a:cubicBezTo>
                    <a:pt x="262" y="750"/>
                    <a:pt x="227" y="715"/>
                    <a:pt x="203" y="667"/>
                  </a:cubicBezTo>
                  <a:cubicBezTo>
                    <a:pt x="179" y="619"/>
                    <a:pt x="155" y="560"/>
                    <a:pt x="155" y="488"/>
                  </a:cubicBezTo>
                  <a:cubicBezTo>
                    <a:pt x="155" y="429"/>
                    <a:pt x="167" y="369"/>
                    <a:pt x="191" y="334"/>
                  </a:cubicBezTo>
                  <a:cubicBezTo>
                    <a:pt x="215" y="286"/>
                    <a:pt x="239" y="262"/>
                    <a:pt x="274" y="238"/>
                  </a:cubicBezTo>
                  <a:cubicBezTo>
                    <a:pt x="310" y="214"/>
                    <a:pt x="358" y="203"/>
                    <a:pt x="393" y="203"/>
                  </a:cubicBezTo>
                  <a:cubicBezTo>
                    <a:pt x="465" y="203"/>
                    <a:pt x="524" y="226"/>
                    <a:pt x="584" y="262"/>
                  </a:cubicBezTo>
                  <a:cubicBezTo>
                    <a:pt x="643" y="298"/>
                    <a:pt x="691" y="345"/>
                    <a:pt x="739" y="405"/>
                  </a:cubicBezTo>
                  <a:cubicBezTo>
                    <a:pt x="786" y="465"/>
                    <a:pt x="834" y="524"/>
                    <a:pt x="882" y="595"/>
                  </a:cubicBezTo>
                  <a:cubicBezTo>
                    <a:pt x="929" y="643"/>
                    <a:pt x="965" y="691"/>
                    <a:pt x="1001" y="738"/>
                  </a:cubicBezTo>
                  <a:cubicBezTo>
                    <a:pt x="1036" y="798"/>
                    <a:pt x="1084" y="834"/>
                    <a:pt x="1120" y="881"/>
                  </a:cubicBezTo>
                  <a:cubicBezTo>
                    <a:pt x="1167" y="917"/>
                    <a:pt x="1203" y="941"/>
                    <a:pt x="1263" y="976"/>
                  </a:cubicBezTo>
                  <a:cubicBezTo>
                    <a:pt x="1310" y="988"/>
                    <a:pt x="1358" y="1000"/>
                    <a:pt x="1417" y="1000"/>
                  </a:cubicBezTo>
                  <a:lnTo>
                    <a:pt x="1477" y="1000"/>
                  </a:lnTo>
                  <a:lnTo>
                    <a:pt x="14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4" name="Google Shape;804;p35"/>
            <p:cNvSpPr/>
            <p:nvPr/>
          </p:nvSpPr>
          <p:spPr>
            <a:xfrm>
              <a:off x="2462200" y="7821825"/>
              <a:ext cx="36925" cy="25025"/>
            </a:xfrm>
            <a:custGeom>
              <a:avLst/>
              <a:gdLst/>
              <a:ahLst/>
              <a:cxnLst/>
              <a:rect l="l" t="t" r="r" b="b"/>
              <a:pathLst>
                <a:path w="1477" h="1001" extrusionOk="0">
                  <a:moveTo>
                    <a:pt x="405" y="1"/>
                  </a:moveTo>
                  <a:cubicBezTo>
                    <a:pt x="358" y="1"/>
                    <a:pt x="310" y="13"/>
                    <a:pt x="251" y="24"/>
                  </a:cubicBezTo>
                  <a:cubicBezTo>
                    <a:pt x="203" y="48"/>
                    <a:pt x="167" y="72"/>
                    <a:pt x="120" y="120"/>
                  </a:cubicBezTo>
                  <a:cubicBezTo>
                    <a:pt x="84" y="155"/>
                    <a:pt x="60" y="203"/>
                    <a:pt x="36" y="263"/>
                  </a:cubicBezTo>
                  <a:cubicBezTo>
                    <a:pt x="12" y="322"/>
                    <a:pt x="1" y="394"/>
                    <a:pt x="1" y="465"/>
                  </a:cubicBezTo>
                  <a:cubicBezTo>
                    <a:pt x="1" y="560"/>
                    <a:pt x="12" y="644"/>
                    <a:pt x="48" y="727"/>
                  </a:cubicBezTo>
                  <a:cubicBezTo>
                    <a:pt x="72" y="798"/>
                    <a:pt x="120" y="858"/>
                    <a:pt x="191" y="906"/>
                  </a:cubicBezTo>
                  <a:cubicBezTo>
                    <a:pt x="251" y="953"/>
                    <a:pt x="334" y="977"/>
                    <a:pt x="441" y="977"/>
                  </a:cubicBezTo>
                  <a:lnTo>
                    <a:pt x="524" y="977"/>
                  </a:lnTo>
                  <a:lnTo>
                    <a:pt x="524" y="786"/>
                  </a:lnTo>
                  <a:lnTo>
                    <a:pt x="441" y="786"/>
                  </a:lnTo>
                  <a:cubicBezTo>
                    <a:pt x="393" y="786"/>
                    <a:pt x="346" y="775"/>
                    <a:pt x="298" y="751"/>
                  </a:cubicBezTo>
                  <a:cubicBezTo>
                    <a:pt x="262" y="739"/>
                    <a:pt x="227" y="703"/>
                    <a:pt x="203" y="656"/>
                  </a:cubicBezTo>
                  <a:cubicBezTo>
                    <a:pt x="179" y="608"/>
                    <a:pt x="155" y="548"/>
                    <a:pt x="155" y="477"/>
                  </a:cubicBezTo>
                  <a:cubicBezTo>
                    <a:pt x="155" y="417"/>
                    <a:pt x="167" y="358"/>
                    <a:pt x="191" y="322"/>
                  </a:cubicBezTo>
                  <a:cubicBezTo>
                    <a:pt x="215" y="275"/>
                    <a:pt x="239" y="251"/>
                    <a:pt x="274" y="227"/>
                  </a:cubicBezTo>
                  <a:cubicBezTo>
                    <a:pt x="310" y="203"/>
                    <a:pt x="358" y="203"/>
                    <a:pt x="393" y="203"/>
                  </a:cubicBezTo>
                  <a:cubicBezTo>
                    <a:pt x="465" y="203"/>
                    <a:pt x="524" y="215"/>
                    <a:pt x="584" y="251"/>
                  </a:cubicBezTo>
                  <a:cubicBezTo>
                    <a:pt x="643" y="286"/>
                    <a:pt x="691" y="334"/>
                    <a:pt x="739" y="394"/>
                  </a:cubicBezTo>
                  <a:cubicBezTo>
                    <a:pt x="786" y="453"/>
                    <a:pt x="834" y="513"/>
                    <a:pt x="882" y="584"/>
                  </a:cubicBezTo>
                  <a:cubicBezTo>
                    <a:pt x="929" y="632"/>
                    <a:pt x="965" y="691"/>
                    <a:pt x="1001" y="739"/>
                  </a:cubicBezTo>
                  <a:cubicBezTo>
                    <a:pt x="1036" y="786"/>
                    <a:pt x="1084" y="834"/>
                    <a:pt x="1120" y="870"/>
                  </a:cubicBezTo>
                  <a:cubicBezTo>
                    <a:pt x="1167" y="906"/>
                    <a:pt x="1203" y="941"/>
                    <a:pt x="1263" y="965"/>
                  </a:cubicBezTo>
                  <a:cubicBezTo>
                    <a:pt x="1310" y="989"/>
                    <a:pt x="1358" y="1001"/>
                    <a:pt x="1417" y="1001"/>
                  </a:cubicBezTo>
                  <a:lnTo>
                    <a:pt x="1477" y="1001"/>
                  </a:lnTo>
                  <a:lnTo>
                    <a:pt x="1477" y="1"/>
                  </a:lnTo>
                  <a:lnTo>
                    <a:pt x="1310" y="1"/>
                  </a:lnTo>
                  <a:lnTo>
                    <a:pt x="1310" y="775"/>
                  </a:lnTo>
                  <a:cubicBezTo>
                    <a:pt x="1274" y="763"/>
                    <a:pt x="1251" y="739"/>
                    <a:pt x="1215" y="715"/>
                  </a:cubicBezTo>
                  <a:cubicBezTo>
                    <a:pt x="1179" y="679"/>
                    <a:pt x="1144" y="644"/>
                    <a:pt x="1108" y="596"/>
                  </a:cubicBezTo>
                  <a:cubicBezTo>
                    <a:pt x="1072" y="548"/>
                    <a:pt x="1048" y="513"/>
                    <a:pt x="1013" y="465"/>
                  </a:cubicBezTo>
                  <a:cubicBezTo>
                    <a:pt x="965" y="394"/>
                    <a:pt x="929" y="334"/>
                    <a:pt x="882" y="286"/>
                  </a:cubicBezTo>
                  <a:cubicBezTo>
                    <a:pt x="834" y="227"/>
                    <a:pt x="798" y="179"/>
                    <a:pt x="751" y="132"/>
                  </a:cubicBezTo>
                  <a:cubicBezTo>
                    <a:pt x="703" y="96"/>
                    <a:pt x="643" y="60"/>
                    <a:pt x="596" y="36"/>
                  </a:cubicBezTo>
                  <a:cubicBezTo>
                    <a:pt x="536" y="13"/>
                    <a:pt x="477" y="1"/>
                    <a:pt x="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2462800" y="7781650"/>
              <a:ext cx="36625" cy="22650"/>
            </a:xfrm>
            <a:custGeom>
              <a:avLst/>
              <a:gdLst/>
              <a:ahLst/>
              <a:cxnLst/>
              <a:rect l="l" t="t" r="r" b="b"/>
              <a:pathLst>
                <a:path w="1465" h="906" extrusionOk="0">
                  <a:moveTo>
                    <a:pt x="1298" y="0"/>
                  </a:moveTo>
                  <a:lnTo>
                    <a:pt x="1298" y="346"/>
                  </a:lnTo>
                  <a:lnTo>
                    <a:pt x="0" y="346"/>
                  </a:lnTo>
                  <a:lnTo>
                    <a:pt x="0" y="429"/>
                  </a:lnTo>
                  <a:cubicBezTo>
                    <a:pt x="36" y="477"/>
                    <a:pt x="72" y="524"/>
                    <a:pt x="96" y="572"/>
                  </a:cubicBezTo>
                  <a:cubicBezTo>
                    <a:pt x="119" y="631"/>
                    <a:pt x="143" y="679"/>
                    <a:pt x="155" y="739"/>
                  </a:cubicBezTo>
                  <a:cubicBezTo>
                    <a:pt x="167" y="798"/>
                    <a:pt x="167" y="846"/>
                    <a:pt x="179" y="905"/>
                  </a:cubicBezTo>
                  <a:lnTo>
                    <a:pt x="298" y="905"/>
                  </a:lnTo>
                  <a:lnTo>
                    <a:pt x="298" y="536"/>
                  </a:lnTo>
                  <a:lnTo>
                    <a:pt x="1298" y="536"/>
                  </a:lnTo>
                  <a:lnTo>
                    <a:pt x="1298" y="893"/>
                  </a:lnTo>
                  <a:lnTo>
                    <a:pt x="1465" y="893"/>
                  </a:lnTo>
                  <a:lnTo>
                    <a:pt x="14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2462200" y="7752175"/>
              <a:ext cx="36925" cy="25025"/>
            </a:xfrm>
            <a:custGeom>
              <a:avLst/>
              <a:gdLst/>
              <a:ahLst/>
              <a:cxnLst/>
              <a:rect l="l" t="t" r="r" b="b"/>
              <a:pathLst>
                <a:path w="1477" h="1001" extrusionOk="0">
                  <a:moveTo>
                    <a:pt x="405" y="1"/>
                  </a:moveTo>
                  <a:cubicBezTo>
                    <a:pt x="358" y="1"/>
                    <a:pt x="310" y="13"/>
                    <a:pt x="251" y="36"/>
                  </a:cubicBezTo>
                  <a:cubicBezTo>
                    <a:pt x="203" y="48"/>
                    <a:pt x="167" y="84"/>
                    <a:pt x="120" y="120"/>
                  </a:cubicBezTo>
                  <a:cubicBezTo>
                    <a:pt x="84" y="155"/>
                    <a:pt x="60" y="203"/>
                    <a:pt x="36" y="263"/>
                  </a:cubicBezTo>
                  <a:cubicBezTo>
                    <a:pt x="12" y="322"/>
                    <a:pt x="1" y="394"/>
                    <a:pt x="1" y="465"/>
                  </a:cubicBezTo>
                  <a:cubicBezTo>
                    <a:pt x="1" y="560"/>
                    <a:pt x="12" y="644"/>
                    <a:pt x="48" y="727"/>
                  </a:cubicBezTo>
                  <a:cubicBezTo>
                    <a:pt x="72" y="798"/>
                    <a:pt x="120" y="870"/>
                    <a:pt x="191" y="905"/>
                  </a:cubicBezTo>
                  <a:cubicBezTo>
                    <a:pt x="251" y="953"/>
                    <a:pt x="334" y="977"/>
                    <a:pt x="441" y="977"/>
                  </a:cubicBezTo>
                  <a:lnTo>
                    <a:pt x="524" y="977"/>
                  </a:lnTo>
                  <a:lnTo>
                    <a:pt x="524" y="786"/>
                  </a:lnTo>
                  <a:lnTo>
                    <a:pt x="441" y="786"/>
                  </a:lnTo>
                  <a:cubicBezTo>
                    <a:pt x="393" y="786"/>
                    <a:pt x="346" y="775"/>
                    <a:pt x="298" y="763"/>
                  </a:cubicBezTo>
                  <a:cubicBezTo>
                    <a:pt x="262" y="739"/>
                    <a:pt x="227" y="703"/>
                    <a:pt x="203" y="655"/>
                  </a:cubicBezTo>
                  <a:cubicBezTo>
                    <a:pt x="179" y="620"/>
                    <a:pt x="155" y="548"/>
                    <a:pt x="155" y="477"/>
                  </a:cubicBezTo>
                  <a:cubicBezTo>
                    <a:pt x="155" y="417"/>
                    <a:pt x="167" y="370"/>
                    <a:pt x="191" y="322"/>
                  </a:cubicBezTo>
                  <a:cubicBezTo>
                    <a:pt x="215" y="286"/>
                    <a:pt x="239" y="251"/>
                    <a:pt x="274" y="227"/>
                  </a:cubicBezTo>
                  <a:cubicBezTo>
                    <a:pt x="310" y="215"/>
                    <a:pt x="358" y="203"/>
                    <a:pt x="393" y="203"/>
                  </a:cubicBezTo>
                  <a:cubicBezTo>
                    <a:pt x="465" y="203"/>
                    <a:pt x="524" y="215"/>
                    <a:pt x="584" y="251"/>
                  </a:cubicBezTo>
                  <a:cubicBezTo>
                    <a:pt x="643" y="286"/>
                    <a:pt x="691" y="334"/>
                    <a:pt x="739" y="394"/>
                  </a:cubicBezTo>
                  <a:cubicBezTo>
                    <a:pt x="786" y="453"/>
                    <a:pt x="834" y="513"/>
                    <a:pt x="882" y="584"/>
                  </a:cubicBezTo>
                  <a:cubicBezTo>
                    <a:pt x="929" y="632"/>
                    <a:pt x="965" y="691"/>
                    <a:pt x="1001" y="739"/>
                  </a:cubicBezTo>
                  <a:cubicBezTo>
                    <a:pt x="1036" y="786"/>
                    <a:pt x="1084" y="834"/>
                    <a:pt x="1120" y="870"/>
                  </a:cubicBezTo>
                  <a:cubicBezTo>
                    <a:pt x="1167" y="905"/>
                    <a:pt x="1203" y="941"/>
                    <a:pt x="1263" y="965"/>
                  </a:cubicBezTo>
                  <a:cubicBezTo>
                    <a:pt x="1310" y="989"/>
                    <a:pt x="1358" y="1001"/>
                    <a:pt x="1417" y="1001"/>
                  </a:cubicBezTo>
                  <a:lnTo>
                    <a:pt x="1477" y="1001"/>
                  </a:lnTo>
                  <a:lnTo>
                    <a:pt x="1477" y="1"/>
                  </a:lnTo>
                  <a:lnTo>
                    <a:pt x="1310" y="1"/>
                  </a:lnTo>
                  <a:lnTo>
                    <a:pt x="1310" y="775"/>
                  </a:lnTo>
                  <a:cubicBezTo>
                    <a:pt x="1274" y="763"/>
                    <a:pt x="1251" y="739"/>
                    <a:pt x="1215" y="715"/>
                  </a:cubicBezTo>
                  <a:cubicBezTo>
                    <a:pt x="1179" y="679"/>
                    <a:pt x="1144" y="644"/>
                    <a:pt x="1108" y="596"/>
                  </a:cubicBezTo>
                  <a:cubicBezTo>
                    <a:pt x="1072" y="560"/>
                    <a:pt x="1048" y="513"/>
                    <a:pt x="1013" y="465"/>
                  </a:cubicBezTo>
                  <a:cubicBezTo>
                    <a:pt x="965" y="405"/>
                    <a:pt x="929" y="346"/>
                    <a:pt x="882" y="286"/>
                  </a:cubicBezTo>
                  <a:cubicBezTo>
                    <a:pt x="834" y="227"/>
                    <a:pt x="798" y="179"/>
                    <a:pt x="751" y="143"/>
                  </a:cubicBezTo>
                  <a:cubicBezTo>
                    <a:pt x="703" y="96"/>
                    <a:pt x="643" y="60"/>
                    <a:pt x="596" y="36"/>
                  </a:cubicBezTo>
                  <a:cubicBezTo>
                    <a:pt x="536" y="13"/>
                    <a:pt x="477" y="1"/>
                    <a:pt x="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2462200" y="7721525"/>
              <a:ext cx="37825" cy="25625"/>
            </a:xfrm>
            <a:custGeom>
              <a:avLst/>
              <a:gdLst/>
              <a:ahLst/>
              <a:cxnLst/>
              <a:rect l="l" t="t" r="r" b="b"/>
              <a:pathLst>
                <a:path w="1513" h="1025" extrusionOk="0">
                  <a:moveTo>
                    <a:pt x="1096" y="0"/>
                  </a:moveTo>
                  <a:cubicBezTo>
                    <a:pt x="1001" y="0"/>
                    <a:pt x="917" y="24"/>
                    <a:pt x="858" y="84"/>
                  </a:cubicBezTo>
                  <a:cubicBezTo>
                    <a:pt x="798" y="131"/>
                    <a:pt x="763" y="203"/>
                    <a:pt x="739" y="274"/>
                  </a:cubicBezTo>
                  <a:lnTo>
                    <a:pt x="727" y="274"/>
                  </a:lnTo>
                  <a:cubicBezTo>
                    <a:pt x="715" y="238"/>
                    <a:pt x="691" y="191"/>
                    <a:pt x="655" y="155"/>
                  </a:cubicBezTo>
                  <a:cubicBezTo>
                    <a:pt x="632" y="119"/>
                    <a:pt x="596" y="96"/>
                    <a:pt x="548" y="72"/>
                  </a:cubicBezTo>
                  <a:cubicBezTo>
                    <a:pt x="512" y="48"/>
                    <a:pt x="453" y="36"/>
                    <a:pt x="393" y="36"/>
                  </a:cubicBezTo>
                  <a:cubicBezTo>
                    <a:pt x="310" y="36"/>
                    <a:pt x="239" y="48"/>
                    <a:pt x="179" y="96"/>
                  </a:cubicBezTo>
                  <a:cubicBezTo>
                    <a:pt x="120" y="131"/>
                    <a:pt x="84" y="191"/>
                    <a:pt x="48" y="262"/>
                  </a:cubicBezTo>
                  <a:cubicBezTo>
                    <a:pt x="24" y="334"/>
                    <a:pt x="1" y="417"/>
                    <a:pt x="1" y="512"/>
                  </a:cubicBezTo>
                  <a:cubicBezTo>
                    <a:pt x="1" y="607"/>
                    <a:pt x="24" y="691"/>
                    <a:pt x="60" y="762"/>
                  </a:cubicBezTo>
                  <a:cubicBezTo>
                    <a:pt x="84" y="834"/>
                    <a:pt x="131" y="893"/>
                    <a:pt x="191" y="929"/>
                  </a:cubicBezTo>
                  <a:cubicBezTo>
                    <a:pt x="262" y="977"/>
                    <a:pt x="334" y="1000"/>
                    <a:pt x="405" y="1000"/>
                  </a:cubicBezTo>
                  <a:lnTo>
                    <a:pt x="453" y="1000"/>
                  </a:lnTo>
                  <a:lnTo>
                    <a:pt x="453" y="810"/>
                  </a:lnTo>
                  <a:lnTo>
                    <a:pt x="417" y="810"/>
                  </a:lnTo>
                  <a:cubicBezTo>
                    <a:pt x="358" y="810"/>
                    <a:pt x="310" y="798"/>
                    <a:pt x="274" y="762"/>
                  </a:cubicBezTo>
                  <a:cubicBezTo>
                    <a:pt x="239" y="738"/>
                    <a:pt x="203" y="703"/>
                    <a:pt x="191" y="655"/>
                  </a:cubicBezTo>
                  <a:cubicBezTo>
                    <a:pt x="167" y="607"/>
                    <a:pt x="155" y="560"/>
                    <a:pt x="155" y="500"/>
                  </a:cubicBezTo>
                  <a:cubicBezTo>
                    <a:pt x="155" y="453"/>
                    <a:pt x="167" y="405"/>
                    <a:pt x="191" y="369"/>
                  </a:cubicBezTo>
                  <a:cubicBezTo>
                    <a:pt x="203" y="322"/>
                    <a:pt x="227" y="286"/>
                    <a:pt x="262" y="262"/>
                  </a:cubicBezTo>
                  <a:cubicBezTo>
                    <a:pt x="298" y="238"/>
                    <a:pt x="346" y="226"/>
                    <a:pt x="405" y="226"/>
                  </a:cubicBezTo>
                  <a:cubicBezTo>
                    <a:pt x="465" y="226"/>
                    <a:pt x="512" y="238"/>
                    <a:pt x="560" y="274"/>
                  </a:cubicBezTo>
                  <a:cubicBezTo>
                    <a:pt x="596" y="298"/>
                    <a:pt x="620" y="334"/>
                    <a:pt x="643" y="381"/>
                  </a:cubicBezTo>
                  <a:cubicBezTo>
                    <a:pt x="655" y="429"/>
                    <a:pt x="667" y="477"/>
                    <a:pt x="667" y="524"/>
                  </a:cubicBezTo>
                  <a:lnTo>
                    <a:pt x="667" y="691"/>
                  </a:lnTo>
                  <a:lnTo>
                    <a:pt x="822" y="691"/>
                  </a:lnTo>
                  <a:lnTo>
                    <a:pt x="822" y="536"/>
                  </a:lnTo>
                  <a:cubicBezTo>
                    <a:pt x="822" y="477"/>
                    <a:pt x="822" y="417"/>
                    <a:pt x="846" y="369"/>
                  </a:cubicBezTo>
                  <a:cubicBezTo>
                    <a:pt x="858" y="322"/>
                    <a:pt x="882" y="274"/>
                    <a:pt x="917" y="238"/>
                  </a:cubicBezTo>
                  <a:cubicBezTo>
                    <a:pt x="953" y="215"/>
                    <a:pt x="1013" y="191"/>
                    <a:pt x="1084" y="191"/>
                  </a:cubicBezTo>
                  <a:cubicBezTo>
                    <a:pt x="1179" y="191"/>
                    <a:pt x="1239" y="226"/>
                    <a:pt x="1286" y="286"/>
                  </a:cubicBezTo>
                  <a:cubicBezTo>
                    <a:pt x="1334" y="346"/>
                    <a:pt x="1358" y="429"/>
                    <a:pt x="1358" y="524"/>
                  </a:cubicBezTo>
                  <a:cubicBezTo>
                    <a:pt x="1358" y="619"/>
                    <a:pt x="1334" y="703"/>
                    <a:pt x="1286" y="750"/>
                  </a:cubicBezTo>
                  <a:cubicBezTo>
                    <a:pt x="1239" y="810"/>
                    <a:pt x="1167" y="834"/>
                    <a:pt x="1084" y="834"/>
                  </a:cubicBezTo>
                  <a:lnTo>
                    <a:pt x="1048" y="834"/>
                  </a:lnTo>
                  <a:lnTo>
                    <a:pt x="1048" y="1024"/>
                  </a:lnTo>
                  <a:lnTo>
                    <a:pt x="1084" y="1024"/>
                  </a:lnTo>
                  <a:cubicBezTo>
                    <a:pt x="1167" y="1024"/>
                    <a:pt x="1251" y="1012"/>
                    <a:pt x="1310" y="965"/>
                  </a:cubicBezTo>
                  <a:cubicBezTo>
                    <a:pt x="1370" y="929"/>
                    <a:pt x="1417" y="869"/>
                    <a:pt x="1453" y="798"/>
                  </a:cubicBezTo>
                  <a:cubicBezTo>
                    <a:pt x="1489" y="715"/>
                    <a:pt x="1513" y="619"/>
                    <a:pt x="1513" y="512"/>
                  </a:cubicBezTo>
                  <a:cubicBezTo>
                    <a:pt x="1513" y="405"/>
                    <a:pt x="1489" y="322"/>
                    <a:pt x="1465" y="250"/>
                  </a:cubicBezTo>
                  <a:cubicBezTo>
                    <a:pt x="1429" y="167"/>
                    <a:pt x="1382" y="107"/>
                    <a:pt x="1322" y="72"/>
                  </a:cubicBezTo>
                  <a:cubicBezTo>
                    <a:pt x="1251" y="24"/>
                    <a:pt x="1179" y="0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2462200" y="7679550"/>
              <a:ext cx="36925" cy="26525"/>
            </a:xfrm>
            <a:custGeom>
              <a:avLst/>
              <a:gdLst/>
              <a:ahLst/>
              <a:cxnLst/>
              <a:rect l="l" t="t" r="r" b="b"/>
              <a:pathLst>
                <a:path w="1477" h="1061" extrusionOk="0">
                  <a:moveTo>
                    <a:pt x="965" y="0"/>
                  </a:moveTo>
                  <a:lnTo>
                    <a:pt x="965" y="191"/>
                  </a:lnTo>
                  <a:lnTo>
                    <a:pt x="215" y="191"/>
                  </a:lnTo>
                  <a:lnTo>
                    <a:pt x="215" y="286"/>
                  </a:lnTo>
                  <a:cubicBezTo>
                    <a:pt x="239" y="298"/>
                    <a:pt x="262" y="298"/>
                    <a:pt x="286" y="310"/>
                  </a:cubicBezTo>
                  <a:cubicBezTo>
                    <a:pt x="310" y="310"/>
                    <a:pt x="334" y="322"/>
                    <a:pt x="358" y="334"/>
                  </a:cubicBezTo>
                  <a:lnTo>
                    <a:pt x="441" y="358"/>
                  </a:lnTo>
                  <a:cubicBezTo>
                    <a:pt x="465" y="370"/>
                    <a:pt x="489" y="370"/>
                    <a:pt x="512" y="381"/>
                  </a:cubicBezTo>
                  <a:lnTo>
                    <a:pt x="965" y="381"/>
                  </a:lnTo>
                  <a:lnTo>
                    <a:pt x="965" y="882"/>
                  </a:lnTo>
                  <a:cubicBezTo>
                    <a:pt x="953" y="858"/>
                    <a:pt x="917" y="834"/>
                    <a:pt x="870" y="810"/>
                  </a:cubicBezTo>
                  <a:cubicBezTo>
                    <a:pt x="822" y="786"/>
                    <a:pt x="763" y="751"/>
                    <a:pt x="691" y="727"/>
                  </a:cubicBezTo>
                  <a:cubicBezTo>
                    <a:pt x="632" y="691"/>
                    <a:pt x="560" y="655"/>
                    <a:pt x="477" y="620"/>
                  </a:cubicBezTo>
                  <a:cubicBezTo>
                    <a:pt x="405" y="596"/>
                    <a:pt x="322" y="560"/>
                    <a:pt x="239" y="536"/>
                  </a:cubicBezTo>
                  <a:cubicBezTo>
                    <a:pt x="167" y="512"/>
                    <a:pt x="84" y="489"/>
                    <a:pt x="1" y="465"/>
                  </a:cubicBezTo>
                  <a:lnTo>
                    <a:pt x="1" y="667"/>
                  </a:lnTo>
                  <a:cubicBezTo>
                    <a:pt x="120" y="691"/>
                    <a:pt x="239" y="727"/>
                    <a:pt x="346" y="762"/>
                  </a:cubicBezTo>
                  <a:cubicBezTo>
                    <a:pt x="453" y="798"/>
                    <a:pt x="560" y="846"/>
                    <a:pt x="667" y="893"/>
                  </a:cubicBezTo>
                  <a:cubicBezTo>
                    <a:pt x="763" y="941"/>
                    <a:pt x="870" y="1001"/>
                    <a:pt x="977" y="1060"/>
                  </a:cubicBezTo>
                  <a:lnTo>
                    <a:pt x="1132" y="1060"/>
                  </a:lnTo>
                  <a:lnTo>
                    <a:pt x="1132" y="381"/>
                  </a:lnTo>
                  <a:lnTo>
                    <a:pt x="1477" y="381"/>
                  </a:lnTo>
                  <a:lnTo>
                    <a:pt x="1477" y="191"/>
                  </a:lnTo>
                  <a:lnTo>
                    <a:pt x="1120" y="191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09" name="Google Shape;809;p35"/>
            <p:cNvSpPr/>
            <p:nvPr/>
          </p:nvSpPr>
          <p:spPr>
            <a:xfrm>
              <a:off x="2462800" y="7649775"/>
              <a:ext cx="37225" cy="25325"/>
            </a:xfrm>
            <a:custGeom>
              <a:avLst/>
              <a:gdLst/>
              <a:ahLst/>
              <a:cxnLst/>
              <a:rect l="l" t="t" r="r" b="b"/>
              <a:pathLst>
                <a:path w="1489" h="1013" extrusionOk="0">
                  <a:moveTo>
                    <a:pt x="977" y="1"/>
                  </a:moveTo>
                  <a:cubicBezTo>
                    <a:pt x="869" y="1"/>
                    <a:pt x="786" y="25"/>
                    <a:pt x="715" y="60"/>
                  </a:cubicBezTo>
                  <a:cubicBezTo>
                    <a:pt x="643" y="96"/>
                    <a:pt x="596" y="156"/>
                    <a:pt x="560" y="227"/>
                  </a:cubicBezTo>
                  <a:cubicBezTo>
                    <a:pt x="524" y="287"/>
                    <a:pt x="512" y="370"/>
                    <a:pt x="512" y="453"/>
                  </a:cubicBezTo>
                  <a:cubicBezTo>
                    <a:pt x="512" y="501"/>
                    <a:pt x="524" y="549"/>
                    <a:pt x="524" y="584"/>
                  </a:cubicBezTo>
                  <a:cubicBezTo>
                    <a:pt x="536" y="632"/>
                    <a:pt x="560" y="656"/>
                    <a:pt x="572" y="691"/>
                  </a:cubicBezTo>
                  <a:cubicBezTo>
                    <a:pt x="596" y="727"/>
                    <a:pt x="608" y="751"/>
                    <a:pt x="631" y="775"/>
                  </a:cubicBezTo>
                  <a:lnTo>
                    <a:pt x="179" y="739"/>
                  </a:lnTo>
                  <a:lnTo>
                    <a:pt x="179" y="72"/>
                  </a:lnTo>
                  <a:lnTo>
                    <a:pt x="0" y="72"/>
                  </a:lnTo>
                  <a:lnTo>
                    <a:pt x="0" y="906"/>
                  </a:lnTo>
                  <a:lnTo>
                    <a:pt x="810" y="965"/>
                  </a:lnTo>
                  <a:lnTo>
                    <a:pt x="834" y="787"/>
                  </a:lnTo>
                  <a:cubicBezTo>
                    <a:pt x="798" y="763"/>
                    <a:pt x="774" y="739"/>
                    <a:pt x="750" y="715"/>
                  </a:cubicBezTo>
                  <a:cubicBezTo>
                    <a:pt x="727" y="680"/>
                    <a:pt x="703" y="644"/>
                    <a:pt x="691" y="608"/>
                  </a:cubicBezTo>
                  <a:cubicBezTo>
                    <a:pt x="679" y="572"/>
                    <a:pt x="667" y="525"/>
                    <a:pt x="667" y="489"/>
                  </a:cubicBezTo>
                  <a:cubicBezTo>
                    <a:pt x="667" y="429"/>
                    <a:pt x="679" y="382"/>
                    <a:pt x="703" y="334"/>
                  </a:cubicBezTo>
                  <a:cubicBezTo>
                    <a:pt x="727" y="287"/>
                    <a:pt x="762" y="251"/>
                    <a:pt x="810" y="227"/>
                  </a:cubicBezTo>
                  <a:cubicBezTo>
                    <a:pt x="858" y="203"/>
                    <a:pt x="917" y="191"/>
                    <a:pt x="989" y="191"/>
                  </a:cubicBezTo>
                  <a:cubicBezTo>
                    <a:pt x="1060" y="191"/>
                    <a:pt x="1131" y="203"/>
                    <a:pt x="1179" y="239"/>
                  </a:cubicBezTo>
                  <a:cubicBezTo>
                    <a:pt x="1227" y="263"/>
                    <a:pt x="1262" y="299"/>
                    <a:pt x="1286" y="346"/>
                  </a:cubicBezTo>
                  <a:cubicBezTo>
                    <a:pt x="1310" y="394"/>
                    <a:pt x="1322" y="441"/>
                    <a:pt x="1322" y="501"/>
                  </a:cubicBezTo>
                  <a:cubicBezTo>
                    <a:pt x="1322" y="560"/>
                    <a:pt x="1310" y="620"/>
                    <a:pt x="1286" y="668"/>
                  </a:cubicBezTo>
                  <a:cubicBezTo>
                    <a:pt x="1262" y="715"/>
                    <a:pt x="1227" y="751"/>
                    <a:pt x="1179" y="787"/>
                  </a:cubicBezTo>
                  <a:cubicBezTo>
                    <a:pt x="1131" y="810"/>
                    <a:pt x="1072" y="822"/>
                    <a:pt x="1012" y="822"/>
                  </a:cubicBezTo>
                  <a:lnTo>
                    <a:pt x="1012" y="1013"/>
                  </a:lnTo>
                  <a:cubicBezTo>
                    <a:pt x="1108" y="1013"/>
                    <a:pt x="1191" y="989"/>
                    <a:pt x="1262" y="953"/>
                  </a:cubicBezTo>
                  <a:cubicBezTo>
                    <a:pt x="1334" y="906"/>
                    <a:pt x="1393" y="846"/>
                    <a:pt x="1429" y="775"/>
                  </a:cubicBezTo>
                  <a:cubicBezTo>
                    <a:pt x="1465" y="691"/>
                    <a:pt x="1489" y="608"/>
                    <a:pt x="1489" y="501"/>
                  </a:cubicBezTo>
                  <a:cubicBezTo>
                    <a:pt x="1489" y="406"/>
                    <a:pt x="1465" y="310"/>
                    <a:pt x="1429" y="239"/>
                  </a:cubicBezTo>
                  <a:cubicBezTo>
                    <a:pt x="1381" y="168"/>
                    <a:pt x="1322" y="108"/>
                    <a:pt x="1250" y="60"/>
                  </a:cubicBezTo>
                  <a:cubicBezTo>
                    <a:pt x="1179" y="25"/>
                    <a:pt x="1084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10" name="Google Shape;810;p35"/>
            <p:cNvSpPr/>
            <p:nvPr/>
          </p:nvSpPr>
          <p:spPr>
            <a:xfrm>
              <a:off x="2462200" y="7619125"/>
              <a:ext cx="37825" cy="25625"/>
            </a:xfrm>
            <a:custGeom>
              <a:avLst/>
              <a:gdLst/>
              <a:ahLst/>
              <a:cxnLst/>
              <a:rect l="l" t="t" r="r" b="b"/>
              <a:pathLst>
                <a:path w="1513" h="1025" extrusionOk="0">
                  <a:moveTo>
                    <a:pt x="1024" y="191"/>
                  </a:moveTo>
                  <a:cubicBezTo>
                    <a:pt x="1084" y="191"/>
                    <a:pt x="1132" y="203"/>
                    <a:pt x="1191" y="227"/>
                  </a:cubicBezTo>
                  <a:cubicBezTo>
                    <a:pt x="1239" y="251"/>
                    <a:pt x="1274" y="286"/>
                    <a:pt x="1310" y="334"/>
                  </a:cubicBezTo>
                  <a:cubicBezTo>
                    <a:pt x="1334" y="370"/>
                    <a:pt x="1358" y="429"/>
                    <a:pt x="1358" y="501"/>
                  </a:cubicBezTo>
                  <a:cubicBezTo>
                    <a:pt x="1358" y="572"/>
                    <a:pt x="1334" y="632"/>
                    <a:pt x="1310" y="679"/>
                  </a:cubicBezTo>
                  <a:cubicBezTo>
                    <a:pt x="1274" y="715"/>
                    <a:pt x="1239" y="751"/>
                    <a:pt x="1191" y="774"/>
                  </a:cubicBezTo>
                  <a:cubicBezTo>
                    <a:pt x="1144" y="798"/>
                    <a:pt x="1084" y="810"/>
                    <a:pt x="1024" y="810"/>
                  </a:cubicBezTo>
                  <a:cubicBezTo>
                    <a:pt x="965" y="810"/>
                    <a:pt x="917" y="798"/>
                    <a:pt x="858" y="774"/>
                  </a:cubicBezTo>
                  <a:cubicBezTo>
                    <a:pt x="810" y="751"/>
                    <a:pt x="774" y="715"/>
                    <a:pt x="751" y="667"/>
                  </a:cubicBezTo>
                  <a:cubicBezTo>
                    <a:pt x="715" y="620"/>
                    <a:pt x="703" y="560"/>
                    <a:pt x="703" y="501"/>
                  </a:cubicBezTo>
                  <a:cubicBezTo>
                    <a:pt x="703" y="429"/>
                    <a:pt x="715" y="370"/>
                    <a:pt x="739" y="322"/>
                  </a:cubicBezTo>
                  <a:cubicBezTo>
                    <a:pt x="774" y="274"/>
                    <a:pt x="810" y="251"/>
                    <a:pt x="858" y="227"/>
                  </a:cubicBezTo>
                  <a:cubicBezTo>
                    <a:pt x="905" y="203"/>
                    <a:pt x="965" y="191"/>
                    <a:pt x="1024" y="191"/>
                  </a:cubicBezTo>
                  <a:close/>
                  <a:moveTo>
                    <a:pt x="1024" y="1"/>
                  </a:moveTo>
                  <a:cubicBezTo>
                    <a:pt x="929" y="1"/>
                    <a:pt x="858" y="24"/>
                    <a:pt x="786" y="48"/>
                  </a:cubicBezTo>
                  <a:cubicBezTo>
                    <a:pt x="703" y="84"/>
                    <a:pt x="655" y="131"/>
                    <a:pt x="608" y="203"/>
                  </a:cubicBezTo>
                  <a:cubicBezTo>
                    <a:pt x="572" y="274"/>
                    <a:pt x="548" y="358"/>
                    <a:pt x="548" y="465"/>
                  </a:cubicBezTo>
                  <a:cubicBezTo>
                    <a:pt x="548" y="512"/>
                    <a:pt x="560" y="572"/>
                    <a:pt x="572" y="620"/>
                  </a:cubicBezTo>
                  <a:cubicBezTo>
                    <a:pt x="584" y="667"/>
                    <a:pt x="608" y="715"/>
                    <a:pt x="632" y="751"/>
                  </a:cubicBezTo>
                  <a:cubicBezTo>
                    <a:pt x="667" y="786"/>
                    <a:pt x="691" y="810"/>
                    <a:pt x="727" y="834"/>
                  </a:cubicBezTo>
                  <a:cubicBezTo>
                    <a:pt x="608" y="834"/>
                    <a:pt x="501" y="822"/>
                    <a:pt x="417" y="798"/>
                  </a:cubicBezTo>
                  <a:cubicBezTo>
                    <a:pt x="334" y="786"/>
                    <a:pt x="274" y="751"/>
                    <a:pt x="227" y="703"/>
                  </a:cubicBezTo>
                  <a:cubicBezTo>
                    <a:pt x="179" y="655"/>
                    <a:pt x="155" y="596"/>
                    <a:pt x="155" y="501"/>
                  </a:cubicBezTo>
                  <a:cubicBezTo>
                    <a:pt x="155" y="453"/>
                    <a:pt x="167" y="393"/>
                    <a:pt x="191" y="358"/>
                  </a:cubicBezTo>
                  <a:cubicBezTo>
                    <a:pt x="215" y="322"/>
                    <a:pt x="251" y="286"/>
                    <a:pt x="286" y="274"/>
                  </a:cubicBezTo>
                  <a:cubicBezTo>
                    <a:pt x="334" y="251"/>
                    <a:pt x="393" y="251"/>
                    <a:pt x="453" y="251"/>
                  </a:cubicBezTo>
                  <a:lnTo>
                    <a:pt x="453" y="60"/>
                  </a:lnTo>
                  <a:cubicBezTo>
                    <a:pt x="370" y="60"/>
                    <a:pt x="286" y="72"/>
                    <a:pt x="227" y="96"/>
                  </a:cubicBezTo>
                  <a:cubicBezTo>
                    <a:pt x="155" y="131"/>
                    <a:pt x="108" y="179"/>
                    <a:pt x="60" y="239"/>
                  </a:cubicBezTo>
                  <a:cubicBezTo>
                    <a:pt x="24" y="310"/>
                    <a:pt x="1" y="393"/>
                    <a:pt x="1" y="489"/>
                  </a:cubicBezTo>
                  <a:cubicBezTo>
                    <a:pt x="1" y="572"/>
                    <a:pt x="12" y="655"/>
                    <a:pt x="48" y="715"/>
                  </a:cubicBezTo>
                  <a:cubicBezTo>
                    <a:pt x="72" y="786"/>
                    <a:pt x="120" y="834"/>
                    <a:pt x="179" y="882"/>
                  </a:cubicBezTo>
                  <a:cubicBezTo>
                    <a:pt x="239" y="929"/>
                    <a:pt x="322" y="965"/>
                    <a:pt x="417" y="989"/>
                  </a:cubicBezTo>
                  <a:cubicBezTo>
                    <a:pt x="524" y="1013"/>
                    <a:pt x="643" y="1024"/>
                    <a:pt x="798" y="1024"/>
                  </a:cubicBezTo>
                  <a:cubicBezTo>
                    <a:pt x="929" y="1024"/>
                    <a:pt x="1048" y="1013"/>
                    <a:pt x="1144" y="989"/>
                  </a:cubicBezTo>
                  <a:cubicBezTo>
                    <a:pt x="1227" y="965"/>
                    <a:pt x="1298" y="929"/>
                    <a:pt x="1358" y="882"/>
                  </a:cubicBezTo>
                  <a:cubicBezTo>
                    <a:pt x="1405" y="834"/>
                    <a:pt x="1453" y="774"/>
                    <a:pt x="1477" y="715"/>
                  </a:cubicBezTo>
                  <a:cubicBezTo>
                    <a:pt x="1501" y="643"/>
                    <a:pt x="1513" y="572"/>
                    <a:pt x="1513" y="489"/>
                  </a:cubicBezTo>
                  <a:cubicBezTo>
                    <a:pt x="1513" y="393"/>
                    <a:pt x="1489" y="310"/>
                    <a:pt x="1453" y="239"/>
                  </a:cubicBezTo>
                  <a:cubicBezTo>
                    <a:pt x="1405" y="167"/>
                    <a:pt x="1346" y="108"/>
                    <a:pt x="1274" y="72"/>
                  </a:cubicBezTo>
                  <a:cubicBezTo>
                    <a:pt x="1203" y="24"/>
                    <a:pt x="1120" y="1"/>
                    <a:pt x="10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11" name="Google Shape;811;p35"/>
            <p:cNvSpPr/>
            <p:nvPr/>
          </p:nvSpPr>
          <p:spPr>
            <a:xfrm>
              <a:off x="2462800" y="7577750"/>
              <a:ext cx="36625" cy="25625"/>
            </a:xfrm>
            <a:custGeom>
              <a:avLst/>
              <a:gdLst/>
              <a:ahLst/>
              <a:cxnLst/>
              <a:rect l="l" t="t" r="r" b="b"/>
              <a:pathLst>
                <a:path w="1465" h="1025" extrusionOk="0">
                  <a:moveTo>
                    <a:pt x="1453" y="798"/>
                  </a:moveTo>
                  <a:lnTo>
                    <a:pt x="1453" y="798"/>
                  </a:lnTo>
                  <a:lnTo>
                    <a:pt x="1465" y="798"/>
                  </a:lnTo>
                  <a:cubicBezTo>
                    <a:pt x="1461" y="798"/>
                    <a:pt x="1457" y="798"/>
                    <a:pt x="1453" y="798"/>
                  </a:cubicBezTo>
                  <a:close/>
                  <a:moveTo>
                    <a:pt x="0" y="1"/>
                  </a:moveTo>
                  <a:lnTo>
                    <a:pt x="0" y="1024"/>
                  </a:lnTo>
                  <a:lnTo>
                    <a:pt x="179" y="1024"/>
                  </a:lnTo>
                  <a:lnTo>
                    <a:pt x="179" y="239"/>
                  </a:lnTo>
                  <a:cubicBezTo>
                    <a:pt x="250" y="298"/>
                    <a:pt x="334" y="370"/>
                    <a:pt x="429" y="429"/>
                  </a:cubicBezTo>
                  <a:cubicBezTo>
                    <a:pt x="524" y="501"/>
                    <a:pt x="631" y="560"/>
                    <a:pt x="739" y="608"/>
                  </a:cubicBezTo>
                  <a:cubicBezTo>
                    <a:pt x="846" y="667"/>
                    <a:pt x="953" y="703"/>
                    <a:pt x="1084" y="739"/>
                  </a:cubicBezTo>
                  <a:cubicBezTo>
                    <a:pt x="1199" y="773"/>
                    <a:pt x="1326" y="797"/>
                    <a:pt x="1453" y="798"/>
                  </a:cubicBezTo>
                  <a:lnTo>
                    <a:pt x="1453" y="798"/>
                  </a:lnTo>
                  <a:lnTo>
                    <a:pt x="1453" y="596"/>
                  </a:lnTo>
                  <a:lnTo>
                    <a:pt x="1358" y="596"/>
                  </a:lnTo>
                  <a:cubicBezTo>
                    <a:pt x="1262" y="596"/>
                    <a:pt x="1179" y="584"/>
                    <a:pt x="1084" y="560"/>
                  </a:cubicBezTo>
                  <a:cubicBezTo>
                    <a:pt x="989" y="524"/>
                    <a:pt x="905" y="501"/>
                    <a:pt x="810" y="453"/>
                  </a:cubicBezTo>
                  <a:cubicBezTo>
                    <a:pt x="727" y="417"/>
                    <a:pt x="643" y="370"/>
                    <a:pt x="560" y="322"/>
                  </a:cubicBezTo>
                  <a:cubicBezTo>
                    <a:pt x="477" y="262"/>
                    <a:pt x="393" y="215"/>
                    <a:pt x="322" y="155"/>
                  </a:cubicBezTo>
                  <a:cubicBezTo>
                    <a:pt x="250" y="96"/>
                    <a:pt x="179" y="48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12" name="Google Shape;812;p35"/>
            <p:cNvSpPr/>
            <p:nvPr/>
          </p:nvSpPr>
          <p:spPr>
            <a:xfrm>
              <a:off x="2462200" y="7547700"/>
              <a:ext cx="37825" cy="25325"/>
            </a:xfrm>
            <a:custGeom>
              <a:avLst/>
              <a:gdLst/>
              <a:ahLst/>
              <a:cxnLst/>
              <a:rect l="l" t="t" r="r" b="b"/>
              <a:pathLst>
                <a:path w="1513" h="1013" extrusionOk="0">
                  <a:moveTo>
                    <a:pt x="405" y="226"/>
                  </a:moveTo>
                  <a:cubicBezTo>
                    <a:pt x="489" y="226"/>
                    <a:pt x="548" y="262"/>
                    <a:pt x="596" y="310"/>
                  </a:cubicBezTo>
                  <a:cubicBezTo>
                    <a:pt x="643" y="357"/>
                    <a:pt x="667" y="429"/>
                    <a:pt x="667" y="512"/>
                  </a:cubicBezTo>
                  <a:cubicBezTo>
                    <a:pt x="667" y="595"/>
                    <a:pt x="643" y="667"/>
                    <a:pt x="596" y="714"/>
                  </a:cubicBezTo>
                  <a:cubicBezTo>
                    <a:pt x="548" y="762"/>
                    <a:pt x="489" y="786"/>
                    <a:pt x="405" y="786"/>
                  </a:cubicBezTo>
                  <a:cubicBezTo>
                    <a:pt x="334" y="786"/>
                    <a:pt x="262" y="762"/>
                    <a:pt x="227" y="714"/>
                  </a:cubicBezTo>
                  <a:cubicBezTo>
                    <a:pt x="179" y="667"/>
                    <a:pt x="155" y="595"/>
                    <a:pt x="155" y="512"/>
                  </a:cubicBezTo>
                  <a:cubicBezTo>
                    <a:pt x="155" y="429"/>
                    <a:pt x="179" y="357"/>
                    <a:pt x="227" y="310"/>
                  </a:cubicBezTo>
                  <a:cubicBezTo>
                    <a:pt x="262" y="262"/>
                    <a:pt x="334" y="226"/>
                    <a:pt x="405" y="226"/>
                  </a:cubicBezTo>
                  <a:close/>
                  <a:moveTo>
                    <a:pt x="1084" y="202"/>
                  </a:moveTo>
                  <a:cubicBezTo>
                    <a:pt x="1167" y="202"/>
                    <a:pt x="1239" y="226"/>
                    <a:pt x="1286" y="274"/>
                  </a:cubicBezTo>
                  <a:cubicBezTo>
                    <a:pt x="1334" y="333"/>
                    <a:pt x="1358" y="405"/>
                    <a:pt x="1358" y="512"/>
                  </a:cubicBezTo>
                  <a:cubicBezTo>
                    <a:pt x="1358" y="607"/>
                    <a:pt x="1334" y="691"/>
                    <a:pt x="1286" y="738"/>
                  </a:cubicBezTo>
                  <a:cubicBezTo>
                    <a:pt x="1239" y="798"/>
                    <a:pt x="1167" y="822"/>
                    <a:pt x="1084" y="822"/>
                  </a:cubicBezTo>
                  <a:cubicBezTo>
                    <a:pt x="1001" y="822"/>
                    <a:pt x="941" y="798"/>
                    <a:pt x="893" y="738"/>
                  </a:cubicBezTo>
                  <a:cubicBezTo>
                    <a:pt x="846" y="691"/>
                    <a:pt x="822" y="619"/>
                    <a:pt x="822" y="512"/>
                  </a:cubicBezTo>
                  <a:cubicBezTo>
                    <a:pt x="822" y="405"/>
                    <a:pt x="846" y="333"/>
                    <a:pt x="893" y="274"/>
                  </a:cubicBezTo>
                  <a:cubicBezTo>
                    <a:pt x="941" y="226"/>
                    <a:pt x="1001" y="202"/>
                    <a:pt x="1084" y="202"/>
                  </a:cubicBezTo>
                  <a:close/>
                  <a:moveTo>
                    <a:pt x="1084" y="0"/>
                  </a:moveTo>
                  <a:cubicBezTo>
                    <a:pt x="1013" y="0"/>
                    <a:pt x="941" y="24"/>
                    <a:pt x="882" y="60"/>
                  </a:cubicBezTo>
                  <a:cubicBezTo>
                    <a:pt x="822" y="95"/>
                    <a:pt x="774" y="167"/>
                    <a:pt x="739" y="250"/>
                  </a:cubicBezTo>
                  <a:cubicBezTo>
                    <a:pt x="703" y="179"/>
                    <a:pt x="655" y="131"/>
                    <a:pt x="596" y="95"/>
                  </a:cubicBezTo>
                  <a:cubicBezTo>
                    <a:pt x="536" y="60"/>
                    <a:pt x="477" y="36"/>
                    <a:pt x="405" y="36"/>
                  </a:cubicBezTo>
                  <a:cubicBezTo>
                    <a:pt x="334" y="36"/>
                    <a:pt x="262" y="60"/>
                    <a:pt x="203" y="95"/>
                  </a:cubicBezTo>
                  <a:cubicBezTo>
                    <a:pt x="143" y="131"/>
                    <a:pt x="96" y="179"/>
                    <a:pt x="60" y="250"/>
                  </a:cubicBezTo>
                  <a:cubicBezTo>
                    <a:pt x="24" y="321"/>
                    <a:pt x="1" y="405"/>
                    <a:pt x="1" y="512"/>
                  </a:cubicBezTo>
                  <a:cubicBezTo>
                    <a:pt x="1" y="607"/>
                    <a:pt x="24" y="702"/>
                    <a:pt x="60" y="774"/>
                  </a:cubicBezTo>
                  <a:cubicBezTo>
                    <a:pt x="96" y="833"/>
                    <a:pt x="143" y="893"/>
                    <a:pt x="203" y="929"/>
                  </a:cubicBezTo>
                  <a:cubicBezTo>
                    <a:pt x="262" y="964"/>
                    <a:pt x="334" y="976"/>
                    <a:pt x="405" y="976"/>
                  </a:cubicBezTo>
                  <a:cubicBezTo>
                    <a:pt x="477" y="976"/>
                    <a:pt x="536" y="964"/>
                    <a:pt x="596" y="929"/>
                  </a:cubicBezTo>
                  <a:cubicBezTo>
                    <a:pt x="655" y="893"/>
                    <a:pt x="703" y="845"/>
                    <a:pt x="739" y="774"/>
                  </a:cubicBezTo>
                  <a:cubicBezTo>
                    <a:pt x="774" y="857"/>
                    <a:pt x="822" y="917"/>
                    <a:pt x="882" y="953"/>
                  </a:cubicBezTo>
                  <a:cubicBezTo>
                    <a:pt x="941" y="1000"/>
                    <a:pt x="1013" y="1012"/>
                    <a:pt x="1084" y="1012"/>
                  </a:cubicBezTo>
                  <a:cubicBezTo>
                    <a:pt x="1167" y="1012"/>
                    <a:pt x="1239" y="1000"/>
                    <a:pt x="1298" y="964"/>
                  </a:cubicBezTo>
                  <a:cubicBezTo>
                    <a:pt x="1358" y="929"/>
                    <a:pt x="1417" y="881"/>
                    <a:pt x="1453" y="798"/>
                  </a:cubicBezTo>
                  <a:cubicBezTo>
                    <a:pt x="1489" y="726"/>
                    <a:pt x="1513" y="631"/>
                    <a:pt x="1513" y="512"/>
                  </a:cubicBezTo>
                  <a:cubicBezTo>
                    <a:pt x="1513" y="393"/>
                    <a:pt x="1489" y="298"/>
                    <a:pt x="1453" y="214"/>
                  </a:cubicBezTo>
                  <a:cubicBezTo>
                    <a:pt x="1417" y="143"/>
                    <a:pt x="1358" y="83"/>
                    <a:pt x="1298" y="60"/>
                  </a:cubicBezTo>
                  <a:cubicBezTo>
                    <a:pt x="1239" y="24"/>
                    <a:pt x="1167" y="0"/>
                    <a:pt x="10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813" name="Google Shape;813;p35"/>
            <p:cNvSpPr/>
            <p:nvPr/>
          </p:nvSpPr>
          <p:spPr>
            <a:xfrm>
              <a:off x="2462200" y="7517025"/>
              <a:ext cx="37825" cy="25625"/>
            </a:xfrm>
            <a:custGeom>
              <a:avLst/>
              <a:gdLst/>
              <a:ahLst/>
              <a:cxnLst/>
              <a:rect l="l" t="t" r="r" b="b"/>
              <a:pathLst>
                <a:path w="1513" h="1025" extrusionOk="0">
                  <a:moveTo>
                    <a:pt x="477" y="215"/>
                  </a:moveTo>
                  <a:cubicBezTo>
                    <a:pt x="548" y="215"/>
                    <a:pt x="596" y="227"/>
                    <a:pt x="643" y="251"/>
                  </a:cubicBezTo>
                  <a:cubicBezTo>
                    <a:pt x="691" y="275"/>
                    <a:pt x="739" y="310"/>
                    <a:pt x="763" y="358"/>
                  </a:cubicBezTo>
                  <a:cubicBezTo>
                    <a:pt x="798" y="405"/>
                    <a:pt x="810" y="465"/>
                    <a:pt x="810" y="525"/>
                  </a:cubicBezTo>
                  <a:cubicBezTo>
                    <a:pt x="810" y="596"/>
                    <a:pt x="798" y="656"/>
                    <a:pt x="774" y="703"/>
                  </a:cubicBezTo>
                  <a:cubicBezTo>
                    <a:pt x="739" y="751"/>
                    <a:pt x="703" y="775"/>
                    <a:pt x="655" y="798"/>
                  </a:cubicBezTo>
                  <a:cubicBezTo>
                    <a:pt x="608" y="822"/>
                    <a:pt x="548" y="834"/>
                    <a:pt x="501" y="834"/>
                  </a:cubicBezTo>
                  <a:cubicBezTo>
                    <a:pt x="429" y="834"/>
                    <a:pt x="382" y="822"/>
                    <a:pt x="322" y="798"/>
                  </a:cubicBezTo>
                  <a:cubicBezTo>
                    <a:pt x="274" y="775"/>
                    <a:pt x="239" y="739"/>
                    <a:pt x="203" y="691"/>
                  </a:cubicBezTo>
                  <a:cubicBezTo>
                    <a:pt x="179" y="656"/>
                    <a:pt x="155" y="596"/>
                    <a:pt x="155" y="525"/>
                  </a:cubicBezTo>
                  <a:cubicBezTo>
                    <a:pt x="155" y="453"/>
                    <a:pt x="179" y="394"/>
                    <a:pt x="203" y="358"/>
                  </a:cubicBezTo>
                  <a:cubicBezTo>
                    <a:pt x="227" y="310"/>
                    <a:pt x="274" y="275"/>
                    <a:pt x="322" y="251"/>
                  </a:cubicBezTo>
                  <a:cubicBezTo>
                    <a:pt x="370" y="227"/>
                    <a:pt x="417" y="215"/>
                    <a:pt x="477" y="215"/>
                  </a:cubicBezTo>
                  <a:close/>
                  <a:moveTo>
                    <a:pt x="715" y="1"/>
                  </a:moveTo>
                  <a:cubicBezTo>
                    <a:pt x="572" y="1"/>
                    <a:pt x="465" y="13"/>
                    <a:pt x="370" y="36"/>
                  </a:cubicBezTo>
                  <a:cubicBezTo>
                    <a:pt x="286" y="60"/>
                    <a:pt x="203" y="96"/>
                    <a:pt x="155" y="144"/>
                  </a:cubicBezTo>
                  <a:cubicBezTo>
                    <a:pt x="96" y="191"/>
                    <a:pt x="60" y="251"/>
                    <a:pt x="36" y="310"/>
                  </a:cubicBezTo>
                  <a:cubicBezTo>
                    <a:pt x="12" y="382"/>
                    <a:pt x="1" y="453"/>
                    <a:pt x="1" y="536"/>
                  </a:cubicBezTo>
                  <a:cubicBezTo>
                    <a:pt x="1" y="632"/>
                    <a:pt x="24" y="715"/>
                    <a:pt x="60" y="786"/>
                  </a:cubicBezTo>
                  <a:cubicBezTo>
                    <a:pt x="108" y="858"/>
                    <a:pt x="155" y="917"/>
                    <a:pt x="239" y="965"/>
                  </a:cubicBezTo>
                  <a:cubicBezTo>
                    <a:pt x="310" y="1001"/>
                    <a:pt x="393" y="1025"/>
                    <a:pt x="489" y="1025"/>
                  </a:cubicBezTo>
                  <a:cubicBezTo>
                    <a:pt x="584" y="1025"/>
                    <a:pt x="655" y="1013"/>
                    <a:pt x="727" y="977"/>
                  </a:cubicBezTo>
                  <a:cubicBezTo>
                    <a:pt x="810" y="941"/>
                    <a:pt x="858" y="894"/>
                    <a:pt x="905" y="822"/>
                  </a:cubicBezTo>
                  <a:cubicBezTo>
                    <a:pt x="941" y="751"/>
                    <a:pt x="965" y="667"/>
                    <a:pt x="965" y="560"/>
                  </a:cubicBezTo>
                  <a:cubicBezTo>
                    <a:pt x="965" y="513"/>
                    <a:pt x="953" y="453"/>
                    <a:pt x="941" y="405"/>
                  </a:cubicBezTo>
                  <a:cubicBezTo>
                    <a:pt x="929" y="358"/>
                    <a:pt x="905" y="322"/>
                    <a:pt x="882" y="286"/>
                  </a:cubicBezTo>
                  <a:cubicBezTo>
                    <a:pt x="846" y="251"/>
                    <a:pt x="822" y="215"/>
                    <a:pt x="786" y="203"/>
                  </a:cubicBezTo>
                  <a:cubicBezTo>
                    <a:pt x="905" y="203"/>
                    <a:pt x="1013" y="215"/>
                    <a:pt x="1096" y="227"/>
                  </a:cubicBezTo>
                  <a:cubicBezTo>
                    <a:pt x="1179" y="251"/>
                    <a:pt x="1239" y="275"/>
                    <a:pt x="1286" y="322"/>
                  </a:cubicBezTo>
                  <a:cubicBezTo>
                    <a:pt x="1334" y="370"/>
                    <a:pt x="1358" y="441"/>
                    <a:pt x="1358" y="525"/>
                  </a:cubicBezTo>
                  <a:cubicBezTo>
                    <a:pt x="1358" y="584"/>
                    <a:pt x="1346" y="632"/>
                    <a:pt x="1322" y="667"/>
                  </a:cubicBezTo>
                  <a:cubicBezTo>
                    <a:pt x="1298" y="703"/>
                    <a:pt x="1263" y="739"/>
                    <a:pt x="1227" y="751"/>
                  </a:cubicBezTo>
                  <a:cubicBezTo>
                    <a:pt x="1179" y="775"/>
                    <a:pt x="1120" y="786"/>
                    <a:pt x="1060" y="786"/>
                  </a:cubicBezTo>
                  <a:lnTo>
                    <a:pt x="1060" y="977"/>
                  </a:lnTo>
                  <a:cubicBezTo>
                    <a:pt x="1144" y="977"/>
                    <a:pt x="1215" y="953"/>
                    <a:pt x="1286" y="929"/>
                  </a:cubicBezTo>
                  <a:cubicBezTo>
                    <a:pt x="1358" y="894"/>
                    <a:pt x="1405" y="858"/>
                    <a:pt x="1453" y="786"/>
                  </a:cubicBezTo>
                  <a:cubicBezTo>
                    <a:pt x="1489" y="727"/>
                    <a:pt x="1513" y="632"/>
                    <a:pt x="1513" y="536"/>
                  </a:cubicBezTo>
                  <a:cubicBezTo>
                    <a:pt x="1513" y="453"/>
                    <a:pt x="1489" y="382"/>
                    <a:pt x="1465" y="310"/>
                  </a:cubicBezTo>
                  <a:cubicBezTo>
                    <a:pt x="1441" y="239"/>
                    <a:pt x="1394" y="191"/>
                    <a:pt x="1334" y="144"/>
                  </a:cubicBezTo>
                  <a:cubicBezTo>
                    <a:pt x="1274" y="96"/>
                    <a:pt x="1191" y="60"/>
                    <a:pt x="1084" y="36"/>
                  </a:cubicBezTo>
                  <a:cubicBezTo>
                    <a:pt x="989" y="13"/>
                    <a:pt x="858" y="1"/>
                    <a:pt x="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</p:grpSp>
      <p:pic>
        <p:nvPicPr>
          <p:cNvPr id="814" name="Google Shape;81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6667" y="5372465"/>
            <a:ext cx="5523867" cy="11379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6" name="Google Shape;816;p35"/>
          <p:cNvGrpSpPr/>
          <p:nvPr/>
        </p:nvGrpSpPr>
        <p:grpSpPr>
          <a:xfrm rot="-306076">
            <a:off x="9843257" y="335645"/>
            <a:ext cx="3358441" cy="4359540"/>
            <a:chOff x="2447625" y="5604000"/>
            <a:chExt cx="1846375" cy="2396750"/>
          </a:xfrm>
        </p:grpSpPr>
        <p:sp>
          <p:nvSpPr>
            <p:cNvPr id="817" name="Google Shape;817;p35"/>
            <p:cNvSpPr/>
            <p:nvPr/>
          </p:nvSpPr>
          <p:spPr>
            <a:xfrm>
              <a:off x="2447625" y="5604000"/>
              <a:ext cx="1846375" cy="2396750"/>
            </a:xfrm>
            <a:custGeom>
              <a:avLst/>
              <a:gdLst/>
              <a:ahLst/>
              <a:cxnLst/>
              <a:rect l="l" t="t" r="r" b="b"/>
              <a:pathLst>
                <a:path w="73855" h="95870" extrusionOk="0">
                  <a:moveTo>
                    <a:pt x="70842" y="1691"/>
                  </a:moveTo>
                  <a:lnTo>
                    <a:pt x="70842" y="94167"/>
                  </a:lnTo>
                  <a:lnTo>
                    <a:pt x="2977" y="94167"/>
                  </a:lnTo>
                  <a:lnTo>
                    <a:pt x="2977" y="1691"/>
                  </a:lnTo>
                  <a:close/>
                  <a:moveTo>
                    <a:pt x="0" y="0"/>
                  </a:moveTo>
                  <a:lnTo>
                    <a:pt x="0" y="215"/>
                  </a:lnTo>
                  <a:lnTo>
                    <a:pt x="0" y="1703"/>
                  </a:lnTo>
                  <a:lnTo>
                    <a:pt x="0" y="94167"/>
                  </a:lnTo>
                  <a:lnTo>
                    <a:pt x="0" y="95655"/>
                  </a:lnTo>
                  <a:lnTo>
                    <a:pt x="0" y="95869"/>
                  </a:lnTo>
                  <a:lnTo>
                    <a:pt x="73855" y="95869"/>
                  </a:lnTo>
                  <a:lnTo>
                    <a:pt x="73855" y="94167"/>
                  </a:lnTo>
                  <a:lnTo>
                    <a:pt x="73807" y="94167"/>
                  </a:lnTo>
                  <a:lnTo>
                    <a:pt x="73807" y="1703"/>
                  </a:lnTo>
                  <a:lnTo>
                    <a:pt x="73807" y="215"/>
                  </a:lnTo>
                  <a:lnTo>
                    <a:pt x="7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grpSp>
          <p:nvGrpSpPr>
            <p:cNvPr id="818" name="Google Shape;818;p35"/>
            <p:cNvGrpSpPr/>
            <p:nvPr/>
          </p:nvGrpSpPr>
          <p:grpSpPr>
            <a:xfrm>
              <a:off x="2462200" y="7517025"/>
              <a:ext cx="37825" cy="420925"/>
              <a:chOff x="2462200" y="7517025"/>
              <a:chExt cx="37825" cy="420925"/>
            </a:xfrm>
          </p:grpSpPr>
          <p:sp>
            <p:nvSpPr>
              <p:cNvPr id="819" name="Google Shape;819;p35"/>
              <p:cNvSpPr/>
              <p:nvPr/>
            </p:nvSpPr>
            <p:spPr>
              <a:xfrm>
                <a:off x="2462200" y="7912900"/>
                <a:ext cx="36925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2" extrusionOk="0">
                    <a:moveTo>
                      <a:pt x="1310" y="1"/>
                    </a:moveTo>
                    <a:lnTo>
                      <a:pt x="1310" y="775"/>
                    </a:lnTo>
                    <a:cubicBezTo>
                      <a:pt x="1274" y="763"/>
                      <a:pt x="1251" y="751"/>
                      <a:pt x="1215" y="715"/>
                    </a:cubicBezTo>
                    <a:cubicBezTo>
                      <a:pt x="1179" y="692"/>
                      <a:pt x="1144" y="644"/>
                      <a:pt x="1108" y="608"/>
                    </a:cubicBezTo>
                    <a:cubicBezTo>
                      <a:pt x="1072" y="561"/>
                      <a:pt x="1048" y="513"/>
                      <a:pt x="1013" y="465"/>
                    </a:cubicBezTo>
                    <a:cubicBezTo>
                      <a:pt x="965" y="406"/>
                      <a:pt x="929" y="346"/>
                      <a:pt x="882" y="287"/>
                    </a:cubicBezTo>
                    <a:cubicBezTo>
                      <a:pt x="834" y="239"/>
                      <a:pt x="798" y="180"/>
                      <a:pt x="751" y="144"/>
                    </a:cubicBezTo>
                    <a:cubicBezTo>
                      <a:pt x="703" y="96"/>
                      <a:pt x="643" y="72"/>
                      <a:pt x="596" y="49"/>
                    </a:cubicBezTo>
                    <a:cubicBezTo>
                      <a:pt x="536" y="25"/>
                      <a:pt x="477" y="13"/>
                      <a:pt x="405" y="13"/>
                    </a:cubicBezTo>
                    <a:cubicBezTo>
                      <a:pt x="358" y="13"/>
                      <a:pt x="310" y="25"/>
                      <a:pt x="251" y="37"/>
                    </a:cubicBezTo>
                    <a:cubicBezTo>
                      <a:pt x="203" y="60"/>
                      <a:pt x="167" y="84"/>
                      <a:pt x="120" y="120"/>
                    </a:cubicBezTo>
                    <a:cubicBezTo>
                      <a:pt x="84" y="156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77"/>
                    </a:cubicBezTo>
                    <a:cubicBezTo>
                      <a:pt x="1" y="572"/>
                      <a:pt x="12" y="656"/>
                      <a:pt x="48" y="727"/>
                    </a:cubicBezTo>
                    <a:cubicBezTo>
                      <a:pt x="72" y="811"/>
                      <a:pt x="120" y="870"/>
                      <a:pt x="191" y="918"/>
                    </a:cubicBezTo>
                    <a:cubicBezTo>
                      <a:pt x="251" y="965"/>
                      <a:pt x="334" y="989"/>
                      <a:pt x="441" y="989"/>
                    </a:cubicBezTo>
                    <a:lnTo>
                      <a:pt x="489" y="989"/>
                    </a:lnTo>
                    <a:cubicBezTo>
                      <a:pt x="512" y="977"/>
                      <a:pt x="524" y="977"/>
                      <a:pt x="524" y="977"/>
                    </a:cubicBezTo>
                    <a:lnTo>
                      <a:pt x="524" y="799"/>
                    </a:lnTo>
                    <a:lnTo>
                      <a:pt x="441" y="799"/>
                    </a:lnTo>
                    <a:cubicBezTo>
                      <a:pt x="393" y="799"/>
                      <a:pt x="346" y="787"/>
                      <a:pt x="298" y="763"/>
                    </a:cubicBezTo>
                    <a:cubicBezTo>
                      <a:pt x="262" y="739"/>
                      <a:pt x="227" y="703"/>
                      <a:pt x="203" y="668"/>
                    </a:cubicBezTo>
                    <a:cubicBezTo>
                      <a:pt x="179" y="620"/>
                      <a:pt x="155" y="561"/>
                      <a:pt x="155" y="489"/>
                    </a:cubicBezTo>
                    <a:cubicBezTo>
                      <a:pt x="155" y="418"/>
                      <a:pt x="167" y="370"/>
                      <a:pt x="191" y="322"/>
                    </a:cubicBezTo>
                    <a:cubicBezTo>
                      <a:pt x="215" y="287"/>
                      <a:pt x="239" y="263"/>
                      <a:pt x="274" y="239"/>
                    </a:cubicBezTo>
                    <a:cubicBezTo>
                      <a:pt x="310" y="215"/>
                      <a:pt x="358" y="203"/>
                      <a:pt x="393" y="203"/>
                    </a:cubicBezTo>
                    <a:cubicBezTo>
                      <a:pt x="465" y="203"/>
                      <a:pt x="524" y="227"/>
                      <a:pt x="584" y="263"/>
                    </a:cubicBezTo>
                    <a:cubicBezTo>
                      <a:pt x="643" y="299"/>
                      <a:pt x="691" y="346"/>
                      <a:pt x="739" y="394"/>
                    </a:cubicBezTo>
                    <a:cubicBezTo>
                      <a:pt x="786" y="453"/>
                      <a:pt x="834" y="525"/>
                      <a:pt x="882" y="596"/>
                    </a:cubicBezTo>
                    <a:cubicBezTo>
                      <a:pt x="929" y="644"/>
                      <a:pt x="965" y="692"/>
                      <a:pt x="1001" y="739"/>
                    </a:cubicBezTo>
                    <a:cubicBezTo>
                      <a:pt x="1036" y="787"/>
                      <a:pt x="1084" y="834"/>
                      <a:pt x="1120" y="870"/>
                    </a:cubicBezTo>
                    <a:cubicBezTo>
                      <a:pt x="1167" y="918"/>
                      <a:pt x="1203" y="942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0" name="Google Shape;820;p35"/>
              <p:cNvSpPr/>
              <p:nvPr/>
            </p:nvSpPr>
            <p:spPr>
              <a:xfrm>
                <a:off x="2462200" y="7882550"/>
                <a:ext cx="378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13" extrusionOk="0">
                    <a:moveTo>
                      <a:pt x="810" y="191"/>
                    </a:moveTo>
                    <a:cubicBezTo>
                      <a:pt x="929" y="191"/>
                      <a:pt x="1024" y="203"/>
                      <a:pt x="1108" y="227"/>
                    </a:cubicBezTo>
                    <a:cubicBezTo>
                      <a:pt x="1191" y="239"/>
                      <a:pt x="1251" y="274"/>
                      <a:pt x="1286" y="310"/>
                    </a:cubicBezTo>
                    <a:cubicBezTo>
                      <a:pt x="1334" y="358"/>
                      <a:pt x="1358" y="417"/>
                      <a:pt x="1358" y="501"/>
                    </a:cubicBezTo>
                    <a:cubicBezTo>
                      <a:pt x="1358" y="584"/>
                      <a:pt x="1334" y="643"/>
                      <a:pt x="1298" y="691"/>
                    </a:cubicBezTo>
                    <a:cubicBezTo>
                      <a:pt x="1251" y="739"/>
                      <a:pt x="1191" y="763"/>
                      <a:pt x="1108" y="786"/>
                    </a:cubicBezTo>
                    <a:cubicBezTo>
                      <a:pt x="1024" y="798"/>
                      <a:pt x="929" y="810"/>
                      <a:pt x="810" y="810"/>
                    </a:cubicBezTo>
                    <a:lnTo>
                      <a:pt x="715" y="810"/>
                    </a:lnTo>
                    <a:cubicBezTo>
                      <a:pt x="584" y="810"/>
                      <a:pt x="489" y="798"/>
                      <a:pt x="405" y="786"/>
                    </a:cubicBezTo>
                    <a:cubicBezTo>
                      <a:pt x="322" y="774"/>
                      <a:pt x="262" y="739"/>
                      <a:pt x="227" y="691"/>
                    </a:cubicBezTo>
                    <a:cubicBezTo>
                      <a:pt x="179" y="643"/>
                      <a:pt x="167" y="584"/>
                      <a:pt x="167" y="501"/>
                    </a:cubicBezTo>
                    <a:cubicBezTo>
                      <a:pt x="167" y="417"/>
                      <a:pt x="179" y="358"/>
                      <a:pt x="227" y="310"/>
                    </a:cubicBezTo>
                    <a:cubicBezTo>
                      <a:pt x="262" y="274"/>
                      <a:pt x="322" y="239"/>
                      <a:pt x="405" y="227"/>
                    </a:cubicBezTo>
                    <a:cubicBezTo>
                      <a:pt x="489" y="203"/>
                      <a:pt x="584" y="191"/>
                      <a:pt x="715" y="191"/>
                    </a:cubicBezTo>
                    <a:close/>
                    <a:moveTo>
                      <a:pt x="763" y="1"/>
                    </a:moveTo>
                    <a:cubicBezTo>
                      <a:pt x="608" y="1"/>
                      <a:pt x="489" y="12"/>
                      <a:pt x="393" y="36"/>
                    </a:cubicBezTo>
                    <a:cubicBezTo>
                      <a:pt x="298" y="60"/>
                      <a:pt x="215" y="96"/>
                      <a:pt x="155" y="131"/>
                    </a:cubicBezTo>
                    <a:cubicBezTo>
                      <a:pt x="108" y="179"/>
                      <a:pt x="60" y="227"/>
                      <a:pt x="36" y="286"/>
                    </a:cubicBezTo>
                    <a:cubicBezTo>
                      <a:pt x="12" y="358"/>
                      <a:pt x="1" y="429"/>
                      <a:pt x="1" y="501"/>
                    </a:cubicBezTo>
                    <a:cubicBezTo>
                      <a:pt x="1" y="584"/>
                      <a:pt x="12" y="655"/>
                      <a:pt x="36" y="715"/>
                    </a:cubicBezTo>
                    <a:cubicBezTo>
                      <a:pt x="60" y="774"/>
                      <a:pt x="108" y="834"/>
                      <a:pt x="155" y="870"/>
                    </a:cubicBezTo>
                    <a:cubicBezTo>
                      <a:pt x="215" y="917"/>
                      <a:pt x="298" y="953"/>
                      <a:pt x="393" y="977"/>
                    </a:cubicBezTo>
                    <a:cubicBezTo>
                      <a:pt x="489" y="1001"/>
                      <a:pt x="608" y="1013"/>
                      <a:pt x="763" y="1013"/>
                    </a:cubicBezTo>
                    <a:cubicBezTo>
                      <a:pt x="905" y="1013"/>
                      <a:pt x="1024" y="1001"/>
                      <a:pt x="1120" y="977"/>
                    </a:cubicBezTo>
                    <a:cubicBezTo>
                      <a:pt x="1215" y="953"/>
                      <a:pt x="1298" y="917"/>
                      <a:pt x="1358" y="870"/>
                    </a:cubicBezTo>
                    <a:cubicBezTo>
                      <a:pt x="1405" y="834"/>
                      <a:pt x="1453" y="774"/>
                      <a:pt x="1477" y="715"/>
                    </a:cubicBezTo>
                    <a:cubicBezTo>
                      <a:pt x="1501" y="655"/>
                      <a:pt x="1513" y="584"/>
                      <a:pt x="1513" y="501"/>
                    </a:cubicBezTo>
                    <a:cubicBezTo>
                      <a:pt x="1513" y="417"/>
                      <a:pt x="1501" y="346"/>
                      <a:pt x="1477" y="286"/>
                    </a:cubicBezTo>
                    <a:cubicBezTo>
                      <a:pt x="1453" y="227"/>
                      <a:pt x="1405" y="179"/>
                      <a:pt x="1358" y="131"/>
                    </a:cubicBezTo>
                    <a:cubicBezTo>
                      <a:pt x="1298" y="96"/>
                      <a:pt x="1215" y="60"/>
                      <a:pt x="1120" y="36"/>
                    </a:cubicBezTo>
                    <a:cubicBezTo>
                      <a:pt x="1024" y="12"/>
                      <a:pt x="905" y="1"/>
                      <a:pt x="7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1" name="Google Shape;821;p35"/>
              <p:cNvSpPr/>
              <p:nvPr/>
            </p:nvSpPr>
            <p:spPr>
              <a:xfrm>
                <a:off x="2462200" y="7851900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1310" y="0"/>
                    </a:moveTo>
                    <a:lnTo>
                      <a:pt x="1310" y="774"/>
                    </a:lnTo>
                    <a:cubicBezTo>
                      <a:pt x="1274" y="774"/>
                      <a:pt x="1251" y="750"/>
                      <a:pt x="1215" y="715"/>
                    </a:cubicBezTo>
                    <a:cubicBezTo>
                      <a:pt x="1179" y="691"/>
                      <a:pt x="1144" y="655"/>
                      <a:pt x="1108" y="607"/>
                    </a:cubicBezTo>
                    <a:cubicBezTo>
                      <a:pt x="1072" y="560"/>
                      <a:pt x="1048" y="512"/>
                      <a:pt x="1013" y="476"/>
                    </a:cubicBezTo>
                    <a:cubicBezTo>
                      <a:pt x="965" y="405"/>
                      <a:pt x="929" y="345"/>
                      <a:pt x="882" y="286"/>
                    </a:cubicBezTo>
                    <a:cubicBezTo>
                      <a:pt x="834" y="238"/>
                      <a:pt x="798" y="191"/>
                      <a:pt x="751" y="143"/>
                    </a:cubicBezTo>
                    <a:cubicBezTo>
                      <a:pt x="703" y="107"/>
                      <a:pt x="643" y="72"/>
                      <a:pt x="596" y="48"/>
                    </a:cubicBezTo>
                    <a:cubicBezTo>
                      <a:pt x="536" y="24"/>
                      <a:pt x="477" y="12"/>
                      <a:pt x="405" y="12"/>
                    </a:cubicBezTo>
                    <a:cubicBezTo>
                      <a:pt x="358" y="12"/>
                      <a:pt x="310" y="24"/>
                      <a:pt x="251" y="36"/>
                    </a:cubicBezTo>
                    <a:cubicBezTo>
                      <a:pt x="203" y="60"/>
                      <a:pt x="167" y="84"/>
                      <a:pt x="120" y="119"/>
                    </a:cubicBezTo>
                    <a:cubicBezTo>
                      <a:pt x="84" y="167"/>
                      <a:pt x="60" y="214"/>
                      <a:pt x="36" y="274"/>
                    </a:cubicBezTo>
                    <a:cubicBezTo>
                      <a:pt x="12" y="322"/>
                      <a:pt x="1" y="393"/>
                      <a:pt x="1" y="476"/>
                    </a:cubicBezTo>
                    <a:cubicBezTo>
                      <a:pt x="1" y="572"/>
                      <a:pt x="12" y="655"/>
                      <a:pt x="48" y="726"/>
                    </a:cubicBezTo>
                    <a:cubicBezTo>
                      <a:pt x="72" y="810"/>
                      <a:pt x="120" y="869"/>
                      <a:pt x="191" y="917"/>
                    </a:cubicBezTo>
                    <a:cubicBezTo>
                      <a:pt x="251" y="965"/>
                      <a:pt x="334" y="988"/>
                      <a:pt x="441" y="988"/>
                    </a:cubicBezTo>
                    <a:lnTo>
                      <a:pt x="489" y="988"/>
                    </a:lnTo>
                    <a:cubicBezTo>
                      <a:pt x="512" y="988"/>
                      <a:pt x="524" y="976"/>
                      <a:pt x="524" y="976"/>
                    </a:cubicBezTo>
                    <a:lnTo>
                      <a:pt x="524" y="798"/>
                    </a:lnTo>
                    <a:lnTo>
                      <a:pt x="441" y="798"/>
                    </a:lnTo>
                    <a:cubicBezTo>
                      <a:pt x="393" y="798"/>
                      <a:pt x="346" y="786"/>
                      <a:pt x="298" y="762"/>
                    </a:cubicBezTo>
                    <a:cubicBezTo>
                      <a:pt x="262" y="750"/>
                      <a:pt x="227" y="715"/>
                      <a:pt x="203" y="667"/>
                    </a:cubicBezTo>
                    <a:cubicBezTo>
                      <a:pt x="179" y="619"/>
                      <a:pt x="155" y="560"/>
                      <a:pt x="155" y="488"/>
                    </a:cubicBezTo>
                    <a:cubicBezTo>
                      <a:pt x="155" y="429"/>
                      <a:pt x="167" y="369"/>
                      <a:pt x="191" y="334"/>
                    </a:cubicBezTo>
                    <a:cubicBezTo>
                      <a:pt x="215" y="286"/>
                      <a:pt x="239" y="262"/>
                      <a:pt x="274" y="238"/>
                    </a:cubicBezTo>
                    <a:cubicBezTo>
                      <a:pt x="310" y="214"/>
                      <a:pt x="358" y="203"/>
                      <a:pt x="393" y="203"/>
                    </a:cubicBezTo>
                    <a:cubicBezTo>
                      <a:pt x="465" y="203"/>
                      <a:pt x="524" y="226"/>
                      <a:pt x="584" y="262"/>
                    </a:cubicBezTo>
                    <a:cubicBezTo>
                      <a:pt x="643" y="298"/>
                      <a:pt x="691" y="345"/>
                      <a:pt x="739" y="405"/>
                    </a:cubicBezTo>
                    <a:cubicBezTo>
                      <a:pt x="786" y="465"/>
                      <a:pt x="834" y="524"/>
                      <a:pt x="882" y="595"/>
                    </a:cubicBezTo>
                    <a:cubicBezTo>
                      <a:pt x="929" y="643"/>
                      <a:pt x="965" y="691"/>
                      <a:pt x="1001" y="738"/>
                    </a:cubicBezTo>
                    <a:cubicBezTo>
                      <a:pt x="1036" y="798"/>
                      <a:pt x="1084" y="834"/>
                      <a:pt x="1120" y="881"/>
                    </a:cubicBezTo>
                    <a:cubicBezTo>
                      <a:pt x="1167" y="917"/>
                      <a:pt x="1203" y="941"/>
                      <a:pt x="1263" y="976"/>
                    </a:cubicBezTo>
                    <a:cubicBezTo>
                      <a:pt x="1310" y="988"/>
                      <a:pt x="1358" y="1000"/>
                      <a:pt x="1417" y="1000"/>
                    </a:cubicBezTo>
                    <a:lnTo>
                      <a:pt x="1477" y="1000"/>
                    </a:lnTo>
                    <a:lnTo>
                      <a:pt x="14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2" name="Google Shape;822;p35"/>
              <p:cNvSpPr/>
              <p:nvPr/>
            </p:nvSpPr>
            <p:spPr>
              <a:xfrm>
                <a:off x="2462200" y="7821825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405" y="1"/>
                    </a:moveTo>
                    <a:cubicBezTo>
                      <a:pt x="358" y="1"/>
                      <a:pt x="310" y="13"/>
                      <a:pt x="251" y="24"/>
                    </a:cubicBezTo>
                    <a:cubicBezTo>
                      <a:pt x="203" y="48"/>
                      <a:pt x="167" y="72"/>
                      <a:pt x="120" y="120"/>
                    </a:cubicBezTo>
                    <a:cubicBezTo>
                      <a:pt x="84" y="155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65"/>
                    </a:cubicBezTo>
                    <a:cubicBezTo>
                      <a:pt x="1" y="560"/>
                      <a:pt x="12" y="644"/>
                      <a:pt x="48" y="727"/>
                    </a:cubicBezTo>
                    <a:cubicBezTo>
                      <a:pt x="72" y="798"/>
                      <a:pt x="120" y="858"/>
                      <a:pt x="191" y="906"/>
                    </a:cubicBezTo>
                    <a:cubicBezTo>
                      <a:pt x="251" y="953"/>
                      <a:pt x="334" y="977"/>
                      <a:pt x="441" y="977"/>
                    </a:cubicBezTo>
                    <a:lnTo>
                      <a:pt x="524" y="977"/>
                    </a:lnTo>
                    <a:lnTo>
                      <a:pt x="524" y="786"/>
                    </a:lnTo>
                    <a:lnTo>
                      <a:pt x="441" y="786"/>
                    </a:lnTo>
                    <a:cubicBezTo>
                      <a:pt x="393" y="786"/>
                      <a:pt x="346" y="775"/>
                      <a:pt x="298" y="751"/>
                    </a:cubicBezTo>
                    <a:cubicBezTo>
                      <a:pt x="262" y="739"/>
                      <a:pt x="227" y="703"/>
                      <a:pt x="203" y="656"/>
                    </a:cubicBezTo>
                    <a:cubicBezTo>
                      <a:pt x="179" y="608"/>
                      <a:pt x="155" y="548"/>
                      <a:pt x="155" y="477"/>
                    </a:cubicBezTo>
                    <a:cubicBezTo>
                      <a:pt x="155" y="417"/>
                      <a:pt x="167" y="358"/>
                      <a:pt x="191" y="322"/>
                    </a:cubicBezTo>
                    <a:cubicBezTo>
                      <a:pt x="215" y="275"/>
                      <a:pt x="239" y="251"/>
                      <a:pt x="274" y="227"/>
                    </a:cubicBezTo>
                    <a:cubicBezTo>
                      <a:pt x="310" y="203"/>
                      <a:pt x="358" y="203"/>
                      <a:pt x="393" y="203"/>
                    </a:cubicBezTo>
                    <a:cubicBezTo>
                      <a:pt x="465" y="203"/>
                      <a:pt x="524" y="215"/>
                      <a:pt x="584" y="251"/>
                    </a:cubicBezTo>
                    <a:cubicBezTo>
                      <a:pt x="643" y="286"/>
                      <a:pt x="691" y="334"/>
                      <a:pt x="739" y="394"/>
                    </a:cubicBezTo>
                    <a:cubicBezTo>
                      <a:pt x="786" y="453"/>
                      <a:pt x="834" y="513"/>
                      <a:pt x="882" y="584"/>
                    </a:cubicBezTo>
                    <a:cubicBezTo>
                      <a:pt x="929" y="632"/>
                      <a:pt x="965" y="691"/>
                      <a:pt x="1001" y="739"/>
                    </a:cubicBezTo>
                    <a:cubicBezTo>
                      <a:pt x="1036" y="786"/>
                      <a:pt x="1084" y="834"/>
                      <a:pt x="1120" y="870"/>
                    </a:cubicBezTo>
                    <a:cubicBezTo>
                      <a:pt x="1167" y="906"/>
                      <a:pt x="1203" y="941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lnTo>
                      <a:pt x="1310" y="1"/>
                    </a:lnTo>
                    <a:lnTo>
                      <a:pt x="1310" y="775"/>
                    </a:lnTo>
                    <a:cubicBezTo>
                      <a:pt x="1274" y="763"/>
                      <a:pt x="1251" y="739"/>
                      <a:pt x="1215" y="715"/>
                    </a:cubicBezTo>
                    <a:cubicBezTo>
                      <a:pt x="1179" y="679"/>
                      <a:pt x="1144" y="644"/>
                      <a:pt x="1108" y="596"/>
                    </a:cubicBezTo>
                    <a:cubicBezTo>
                      <a:pt x="1072" y="548"/>
                      <a:pt x="1048" y="513"/>
                      <a:pt x="1013" y="465"/>
                    </a:cubicBezTo>
                    <a:cubicBezTo>
                      <a:pt x="965" y="394"/>
                      <a:pt x="929" y="334"/>
                      <a:pt x="882" y="286"/>
                    </a:cubicBezTo>
                    <a:cubicBezTo>
                      <a:pt x="834" y="227"/>
                      <a:pt x="798" y="179"/>
                      <a:pt x="751" y="132"/>
                    </a:cubicBezTo>
                    <a:cubicBezTo>
                      <a:pt x="703" y="96"/>
                      <a:pt x="643" y="60"/>
                      <a:pt x="596" y="36"/>
                    </a:cubicBezTo>
                    <a:cubicBezTo>
                      <a:pt x="536" y="13"/>
                      <a:pt x="477" y="1"/>
                      <a:pt x="4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3" name="Google Shape;823;p35"/>
              <p:cNvSpPr/>
              <p:nvPr/>
            </p:nvSpPr>
            <p:spPr>
              <a:xfrm>
                <a:off x="2462800" y="7781650"/>
                <a:ext cx="366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906" extrusionOk="0">
                    <a:moveTo>
                      <a:pt x="1298" y="0"/>
                    </a:moveTo>
                    <a:lnTo>
                      <a:pt x="1298" y="346"/>
                    </a:lnTo>
                    <a:lnTo>
                      <a:pt x="0" y="346"/>
                    </a:lnTo>
                    <a:lnTo>
                      <a:pt x="0" y="429"/>
                    </a:lnTo>
                    <a:cubicBezTo>
                      <a:pt x="36" y="477"/>
                      <a:pt x="72" y="524"/>
                      <a:pt x="96" y="572"/>
                    </a:cubicBezTo>
                    <a:cubicBezTo>
                      <a:pt x="119" y="631"/>
                      <a:pt x="143" y="679"/>
                      <a:pt x="155" y="739"/>
                    </a:cubicBezTo>
                    <a:cubicBezTo>
                      <a:pt x="167" y="798"/>
                      <a:pt x="167" y="846"/>
                      <a:pt x="179" y="905"/>
                    </a:cubicBezTo>
                    <a:lnTo>
                      <a:pt x="298" y="905"/>
                    </a:lnTo>
                    <a:lnTo>
                      <a:pt x="298" y="536"/>
                    </a:lnTo>
                    <a:lnTo>
                      <a:pt x="1298" y="536"/>
                    </a:lnTo>
                    <a:lnTo>
                      <a:pt x="1298" y="893"/>
                    </a:lnTo>
                    <a:lnTo>
                      <a:pt x="1465" y="893"/>
                    </a:lnTo>
                    <a:lnTo>
                      <a:pt x="146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4" name="Google Shape;824;p35"/>
              <p:cNvSpPr/>
              <p:nvPr/>
            </p:nvSpPr>
            <p:spPr>
              <a:xfrm>
                <a:off x="2462200" y="7752175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405" y="1"/>
                    </a:moveTo>
                    <a:cubicBezTo>
                      <a:pt x="358" y="1"/>
                      <a:pt x="310" y="13"/>
                      <a:pt x="251" y="36"/>
                    </a:cubicBezTo>
                    <a:cubicBezTo>
                      <a:pt x="203" y="48"/>
                      <a:pt x="167" y="84"/>
                      <a:pt x="120" y="120"/>
                    </a:cubicBezTo>
                    <a:cubicBezTo>
                      <a:pt x="84" y="155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65"/>
                    </a:cubicBezTo>
                    <a:cubicBezTo>
                      <a:pt x="1" y="560"/>
                      <a:pt x="12" y="644"/>
                      <a:pt x="48" y="727"/>
                    </a:cubicBezTo>
                    <a:cubicBezTo>
                      <a:pt x="72" y="798"/>
                      <a:pt x="120" y="870"/>
                      <a:pt x="191" y="905"/>
                    </a:cubicBezTo>
                    <a:cubicBezTo>
                      <a:pt x="251" y="953"/>
                      <a:pt x="334" y="977"/>
                      <a:pt x="441" y="977"/>
                    </a:cubicBezTo>
                    <a:lnTo>
                      <a:pt x="524" y="977"/>
                    </a:lnTo>
                    <a:lnTo>
                      <a:pt x="524" y="786"/>
                    </a:lnTo>
                    <a:lnTo>
                      <a:pt x="441" y="786"/>
                    </a:lnTo>
                    <a:cubicBezTo>
                      <a:pt x="393" y="786"/>
                      <a:pt x="346" y="775"/>
                      <a:pt x="298" y="763"/>
                    </a:cubicBezTo>
                    <a:cubicBezTo>
                      <a:pt x="262" y="739"/>
                      <a:pt x="227" y="703"/>
                      <a:pt x="203" y="655"/>
                    </a:cubicBezTo>
                    <a:cubicBezTo>
                      <a:pt x="179" y="620"/>
                      <a:pt x="155" y="548"/>
                      <a:pt x="155" y="477"/>
                    </a:cubicBezTo>
                    <a:cubicBezTo>
                      <a:pt x="155" y="417"/>
                      <a:pt x="167" y="370"/>
                      <a:pt x="191" y="322"/>
                    </a:cubicBezTo>
                    <a:cubicBezTo>
                      <a:pt x="215" y="286"/>
                      <a:pt x="239" y="251"/>
                      <a:pt x="274" y="227"/>
                    </a:cubicBezTo>
                    <a:cubicBezTo>
                      <a:pt x="310" y="215"/>
                      <a:pt x="358" y="203"/>
                      <a:pt x="393" y="203"/>
                    </a:cubicBezTo>
                    <a:cubicBezTo>
                      <a:pt x="465" y="203"/>
                      <a:pt x="524" y="215"/>
                      <a:pt x="584" y="251"/>
                    </a:cubicBezTo>
                    <a:cubicBezTo>
                      <a:pt x="643" y="286"/>
                      <a:pt x="691" y="334"/>
                      <a:pt x="739" y="394"/>
                    </a:cubicBezTo>
                    <a:cubicBezTo>
                      <a:pt x="786" y="453"/>
                      <a:pt x="834" y="513"/>
                      <a:pt x="882" y="584"/>
                    </a:cubicBezTo>
                    <a:cubicBezTo>
                      <a:pt x="929" y="632"/>
                      <a:pt x="965" y="691"/>
                      <a:pt x="1001" y="739"/>
                    </a:cubicBezTo>
                    <a:cubicBezTo>
                      <a:pt x="1036" y="786"/>
                      <a:pt x="1084" y="834"/>
                      <a:pt x="1120" y="870"/>
                    </a:cubicBezTo>
                    <a:cubicBezTo>
                      <a:pt x="1167" y="905"/>
                      <a:pt x="1203" y="941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lnTo>
                      <a:pt x="1310" y="1"/>
                    </a:lnTo>
                    <a:lnTo>
                      <a:pt x="1310" y="775"/>
                    </a:lnTo>
                    <a:cubicBezTo>
                      <a:pt x="1274" y="763"/>
                      <a:pt x="1251" y="739"/>
                      <a:pt x="1215" y="715"/>
                    </a:cubicBezTo>
                    <a:cubicBezTo>
                      <a:pt x="1179" y="679"/>
                      <a:pt x="1144" y="644"/>
                      <a:pt x="1108" y="596"/>
                    </a:cubicBezTo>
                    <a:cubicBezTo>
                      <a:pt x="1072" y="560"/>
                      <a:pt x="1048" y="513"/>
                      <a:pt x="1013" y="465"/>
                    </a:cubicBezTo>
                    <a:cubicBezTo>
                      <a:pt x="965" y="405"/>
                      <a:pt x="929" y="346"/>
                      <a:pt x="882" y="286"/>
                    </a:cubicBezTo>
                    <a:cubicBezTo>
                      <a:pt x="834" y="227"/>
                      <a:pt x="798" y="179"/>
                      <a:pt x="751" y="143"/>
                    </a:cubicBezTo>
                    <a:cubicBezTo>
                      <a:pt x="703" y="96"/>
                      <a:pt x="643" y="60"/>
                      <a:pt x="596" y="36"/>
                    </a:cubicBezTo>
                    <a:cubicBezTo>
                      <a:pt x="536" y="13"/>
                      <a:pt x="477" y="1"/>
                      <a:pt x="4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5" name="Google Shape;825;p35"/>
              <p:cNvSpPr/>
              <p:nvPr/>
            </p:nvSpPr>
            <p:spPr>
              <a:xfrm>
                <a:off x="2462200" y="77215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1096" y="0"/>
                    </a:moveTo>
                    <a:cubicBezTo>
                      <a:pt x="1001" y="0"/>
                      <a:pt x="917" y="24"/>
                      <a:pt x="858" y="84"/>
                    </a:cubicBezTo>
                    <a:cubicBezTo>
                      <a:pt x="798" y="131"/>
                      <a:pt x="763" y="203"/>
                      <a:pt x="739" y="274"/>
                    </a:cubicBezTo>
                    <a:lnTo>
                      <a:pt x="727" y="274"/>
                    </a:lnTo>
                    <a:cubicBezTo>
                      <a:pt x="715" y="238"/>
                      <a:pt x="691" y="191"/>
                      <a:pt x="655" y="155"/>
                    </a:cubicBezTo>
                    <a:cubicBezTo>
                      <a:pt x="632" y="119"/>
                      <a:pt x="596" y="96"/>
                      <a:pt x="548" y="72"/>
                    </a:cubicBezTo>
                    <a:cubicBezTo>
                      <a:pt x="512" y="48"/>
                      <a:pt x="453" y="36"/>
                      <a:pt x="393" y="36"/>
                    </a:cubicBezTo>
                    <a:cubicBezTo>
                      <a:pt x="310" y="36"/>
                      <a:pt x="239" y="48"/>
                      <a:pt x="179" y="96"/>
                    </a:cubicBezTo>
                    <a:cubicBezTo>
                      <a:pt x="120" y="131"/>
                      <a:pt x="84" y="191"/>
                      <a:pt x="48" y="262"/>
                    </a:cubicBezTo>
                    <a:cubicBezTo>
                      <a:pt x="24" y="334"/>
                      <a:pt x="1" y="417"/>
                      <a:pt x="1" y="512"/>
                    </a:cubicBezTo>
                    <a:cubicBezTo>
                      <a:pt x="1" y="607"/>
                      <a:pt x="24" y="691"/>
                      <a:pt x="60" y="762"/>
                    </a:cubicBezTo>
                    <a:cubicBezTo>
                      <a:pt x="84" y="834"/>
                      <a:pt x="131" y="893"/>
                      <a:pt x="191" y="929"/>
                    </a:cubicBezTo>
                    <a:cubicBezTo>
                      <a:pt x="262" y="977"/>
                      <a:pt x="334" y="1000"/>
                      <a:pt x="405" y="1000"/>
                    </a:cubicBezTo>
                    <a:lnTo>
                      <a:pt x="453" y="1000"/>
                    </a:lnTo>
                    <a:lnTo>
                      <a:pt x="453" y="810"/>
                    </a:lnTo>
                    <a:lnTo>
                      <a:pt x="417" y="810"/>
                    </a:lnTo>
                    <a:cubicBezTo>
                      <a:pt x="358" y="810"/>
                      <a:pt x="310" y="798"/>
                      <a:pt x="274" y="762"/>
                    </a:cubicBezTo>
                    <a:cubicBezTo>
                      <a:pt x="239" y="738"/>
                      <a:pt x="203" y="703"/>
                      <a:pt x="191" y="655"/>
                    </a:cubicBezTo>
                    <a:cubicBezTo>
                      <a:pt x="167" y="607"/>
                      <a:pt x="155" y="560"/>
                      <a:pt x="155" y="500"/>
                    </a:cubicBezTo>
                    <a:cubicBezTo>
                      <a:pt x="155" y="453"/>
                      <a:pt x="167" y="405"/>
                      <a:pt x="191" y="369"/>
                    </a:cubicBezTo>
                    <a:cubicBezTo>
                      <a:pt x="203" y="322"/>
                      <a:pt x="227" y="286"/>
                      <a:pt x="262" y="262"/>
                    </a:cubicBezTo>
                    <a:cubicBezTo>
                      <a:pt x="298" y="238"/>
                      <a:pt x="346" y="226"/>
                      <a:pt x="405" y="226"/>
                    </a:cubicBezTo>
                    <a:cubicBezTo>
                      <a:pt x="465" y="226"/>
                      <a:pt x="512" y="238"/>
                      <a:pt x="560" y="274"/>
                    </a:cubicBezTo>
                    <a:cubicBezTo>
                      <a:pt x="596" y="298"/>
                      <a:pt x="620" y="334"/>
                      <a:pt x="643" y="381"/>
                    </a:cubicBezTo>
                    <a:cubicBezTo>
                      <a:pt x="655" y="429"/>
                      <a:pt x="667" y="477"/>
                      <a:pt x="667" y="524"/>
                    </a:cubicBezTo>
                    <a:lnTo>
                      <a:pt x="667" y="691"/>
                    </a:lnTo>
                    <a:lnTo>
                      <a:pt x="822" y="691"/>
                    </a:lnTo>
                    <a:lnTo>
                      <a:pt x="822" y="536"/>
                    </a:lnTo>
                    <a:cubicBezTo>
                      <a:pt x="822" y="477"/>
                      <a:pt x="822" y="417"/>
                      <a:pt x="846" y="369"/>
                    </a:cubicBezTo>
                    <a:cubicBezTo>
                      <a:pt x="858" y="322"/>
                      <a:pt x="882" y="274"/>
                      <a:pt x="917" y="238"/>
                    </a:cubicBezTo>
                    <a:cubicBezTo>
                      <a:pt x="953" y="215"/>
                      <a:pt x="1013" y="191"/>
                      <a:pt x="1084" y="191"/>
                    </a:cubicBezTo>
                    <a:cubicBezTo>
                      <a:pt x="1179" y="191"/>
                      <a:pt x="1239" y="226"/>
                      <a:pt x="1286" y="286"/>
                    </a:cubicBezTo>
                    <a:cubicBezTo>
                      <a:pt x="1334" y="346"/>
                      <a:pt x="1358" y="429"/>
                      <a:pt x="1358" y="524"/>
                    </a:cubicBezTo>
                    <a:cubicBezTo>
                      <a:pt x="1358" y="619"/>
                      <a:pt x="1334" y="703"/>
                      <a:pt x="1286" y="750"/>
                    </a:cubicBezTo>
                    <a:cubicBezTo>
                      <a:pt x="1239" y="810"/>
                      <a:pt x="1167" y="834"/>
                      <a:pt x="1084" y="834"/>
                    </a:cubicBezTo>
                    <a:lnTo>
                      <a:pt x="1048" y="834"/>
                    </a:lnTo>
                    <a:lnTo>
                      <a:pt x="1048" y="1024"/>
                    </a:lnTo>
                    <a:lnTo>
                      <a:pt x="1084" y="1024"/>
                    </a:lnTo>
                    <a:cubicBezTo>
                      <a:pt x="1167" y="1024"/>
                      <a:pt x="1251" y="1012"/>
                      <a:pt x="1310" y="965"/>
                    </a:cubicBezTo>
                    <a:cubicBezTo>
                      <a:pt x="1370" y="929"/>
                      <a:pt x="1417" y="869"/>
                      <a:pt x="1453" y="798"/>
                    </a:cubicBezTo>
                    <a:cubicBezTo>
                      <a:pt x="1489" y="715"/>
                      <a:pt x="1513" y="619"/>
                      <a:pt x="1513" y="512"/>
                    </a:cubicBezTo>
                    <a:cubicBezTo>
                      <a:pt x="1513" y="405"/>
                      <a:pt x="1489" y="322"/>
                      <a:pt x="1465" y="250"/>
                    </a:cubicBezTo>
                    <a:cubicBezTo>
                      <a:pt x="1429" y="167"/>
                      <a:pt x="1382" y="107"/>
                      <a:pt x="1322" y="72"/>
                    </a:cubicBezTo>
                    <a:cubicBezTo>
                      <a:pt x="1251" y="24"/>
                      <a:pt x="1179" y="0"/>
                      <a:pt x="10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6" name="Google Shape;826;p35"/>
              <p:cNvSpPr/>
              <p:nvPr/>
            </p:nvSpPr>
            <p:spPr>
              <a:xfrm>
                <a:off x="2462200" y="7679550"/>
                <a:ext cx="369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61" extrusionOk="0">
                    <a:moveTo>
                      <a:pt x="965" y="0"/>
                    </a:moveTo>
                    <a:lnTo>
                      <a:pt x="965" y="191"/>
                    </a:lnTo>
                    <a:lnTo>
                      <a:pt x="215" y="191"/>
                    </a:lnTo>
                    <a:lnTo>
                      <a:pt x="215" y="286"/>
                    </a:lnTo>
                    <a:cubicBezTo>
                      <a:pt x="239" y="298"/>
                      <a:pt x="262" y="298"/>
                      <a:pt x="286" y="310"/>
                    </a:cubicBezTo>
                    <a:cubicBezTo>
                      <a:pt x="310" y="310"/>
                      <a:pt x="334" y="322"/>
                      <a:pt x="358" y="334"/>
                    </a:cubicBezTo>
                    <a:lnTo>
                      <a:pt x="441" y="358"/>
                    </a:lnTo>
                    <a:cubicBezTo>
                      <a:pt x="465" y="370"/>
                      <a:pt x="489" y="370"/>
                      <a:pt x="512" y="381"/>
                    </a:cubicBezTo>
                    <a:lnTo>
                      <a:pt x="965" y="381"/>
                    </a:lnTo>
                    <a:lnTo>
                      <a:pt x="965" y="882"/>
                    </a:lnTo>
                    <a:cubicBezTo>
                      <a:pt x="953" y="858"/>
                      <a:pt x="917" y="834"/>
                      <a:pt x="870" y="810"/>
                    </a:cubicBezTo>
                    <a:cubicBezTo>
                      <a:pt x="822" y="786"/>
                      <a:pt x="763" y="751"/>
                      <a:pt x="691" y="727"/>
                    </a:cubicBezTo>
                    <a:cubicBezTo>
                      <a:pt x="632" y="691"/>
                      <a:pt x="560" y="655"/>
                      <a:pt x="477" y="620"/>
                    </a:cubicBezTo>
                    <a:cubicBezTo>
                      <a:pt x="405" y="596"/>
                      <a:pt x="322" y="560"/>
                      <a:pt x="239" y="536"/>
                    </a:cubicBezTo>
                    <a:cubicBezTo>
                      <a:pt x="167" y="512"/>
                      <a:pt x="84" y="489"/>
                      <a:pt x="1" y="465"/>
                    </a:cubicBezTo>
                    <a:lnTo>
                      <a:pt x="1" y="667"/>
                    </a:lnTo>
                    <a:cubicBezTo>
                      <a:pt x="120" y="691"/>
                      <a:pt x="239" y="727"/>
                      <a:pt x="346" y="762"/>
                    </a:cubicBezTo>
                    <a:cubicBezTo>
                      <a:pt x="453" y="798"/>
                      <a:pt x="560" y="846"/>
                      <a:pt x="667" y="893"/>
                    </a:cubicBezTo>
                    <a:cubicBezTo>
                      <a:pt x="763" y="941"/>
                      <a:pt x="870" y="1001"/>
                      <a:pt x="977" y="1060"/>
                    </a:cubicBezTo>
                    <a:lnTo>
                      <a:pt x="1132" y="1060"/>
                    </a:lnTo>
                    <a:lnTo>
                      <a:pt x="1132" y="381"/>
                    </a:lnTo>
                    <a:lnTo>
                      <a:pt x="1477" y="381"/>
                    </a:lnTo>
                    <a:lnTo>
                      <a:pt x="1477" y="191"/>
                    </a:lnTo>
                    <a:lnTo>
                      <a:pt x="1120" y="191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7" name="Google Shape;827;p35"/>
              <p:cNvSpPr/>
              <p:nvPr/>
            </p:nvSpPr>
            <p:spPr>
              <a:xfrm>
                <a:off x="2462800" y="7649775"/>
                <a:ext cx="372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013" extrusionOk="0">
                    <a:moveTo>
                      <a:pt x="977" y="1"/>
                    </a:moveTo>
                    <a:cubicBezTo>
                      <a:pt x="869" y="1"/>
                      <a:pt x="786" y="25"/>
                      <a:pt x="715" y="60"/>
                    </a:cubicBezTo>
                    <a:cubicBezTo>
                      <a:pt x="643" y="96"/>
                      <a:pt x="596" y="156"/>
                      <a:pt x="560" y="227"/>
                    </a:cubicBezTo>
                    <a:cubicBezTo>
                      <a:pt x="524" y="287"/>
                      <a:pt x="512" y="370"/>
                      <a:pt x="512" y="453"/>
                    </a:cubicBezTo>
                    <a:cubicBezTo>
                      <a:pt x="512" y="501"/>
                      <a:pt x="524" y="549"/>
                      <a:pt x="524" y="584"/>
                    </a:cubicBezTo>
                    <a:cubicBezTo>
                      <a:pt x="536" y="632"/>
                      <a:pt x="560" y="656"/>
                      <a:pt x="572" y="691"/>
                    </a:cubicBezTo>
                    <a:cubicBezTo>
                      <a:pt x="596" y="727"/>
                      <a:pt x="608" y="751"/>
                      <a:pt x="631" y="775"/>
                    </a:cubicBezTo>
                    <a:lnTo>
                      <a:pt x="179" y="739"/>
                    </a:lnTo>
                    <a:lnTo>
                      <a:pt x="179" y="72"/>
                    </a:lnTo>
                    <a:lnTo>
                      <a:pt x="0" y="72"/>
                    </a:lnTo>
                    <a:lnTo>
                      <a:pt x="0" y="906"/>
                    </a:lnTo>
                    <a:lnTo>
                      <a:pt x="810" y="965"/>
                    </a:lnTo>
                    <a:lnTo>
                      <a:pt x="834" y="787"/>
                    </a:lnTo>
                    <a:cubicBezTo>
                      <a:pt x="798" y="763"/>
                      <a:pt x="774" y="739"/>
                      <a:pt x="750" y="715"/>
                    </a:cubicBezTo>
                    <a:cubicBezTo>
                      <a:pt x="727" y="680"/>
                      <a:pt x="703" y="644"/>
                      <a:pt x="691" y="608"/>
                    </a:cubicBezTo>
                    <a:cubicBezTo>
                      <a:pt x="679" y="572"/>
                      <a:pt x="667" y="525"/>
                      <a:pt x="667" y="489"/>
                    </a:cubicBezTo>
                    <a:cubicBezTo>
                      <a:pt x="667" y="429"/>
                      <a:pt x="679" y="382"/>
                      <a:pt x="703" y="334"/>
                    </a:cubicBezTo>
                    <a:cubicBezTo>
                      <a:pt x="727" y="287"/>
                      <a:pt x="762" y="251"/>
                      <a:pt x="810" y="227"/>
                    </a:cubicBezTo>
                    <a:cubicBezTo>
                      <a:pt x="858" y="203"/>
                      <a:pt x="917" y="191"/>
                      <a:pt x="989" y="191"/>
                    </a:cubicBezTo>
                    <a:cubicBezTo>
                      <a:pt x="1060" y="191"/>
                      <a:pt x="1131" y="203"/>
                      <a:pt x="1179" y="239"/>
                    </a:cubicBezTo>
                    <a:cubicBezTo>
                      <a:pt x="1227" y="263"/>
                      <a:pt x="1262" y="299"/>
                      <a:pt x="1286" y="346"/>
                    </a:cubicBezTo>
                    <a:cubicBezTo>
                      <a:pt x="1310" y="394"/>
                      <a:pt x="1322" y="441"/>
                      <a:pt x="1322" y="501"/>
                    </a:cubicBezTo>
                    <a:cubicBezTo>
                      <a:pt x="1322" y="560"/>
                      <a:pt x="1310" y="620"/>
                      <a:pt x="1286" y="668"/>
                    </a:cubicBezTo>
                    <a:cubicBezTo>
                      <a:pt x="1262" y="715"/>
                      <a:pt x="1227" y="751"/>
                      <a:pt x="1179" y="787"/>
                    </a:cubicBezTo>
                    <a:cubicBezTo>
                      <a:pt x="1131" y="810"/>
                      <a:pt x="1072" y="822"/>
                      <a:pt x="1012" y="822"/>
                    </a:cubicBezTo>
                    <a:lnTo>
                      <a:pt x="1012" y="1013"/>
                    </a:lnTo>
                    <a:cubicBezTo>
                      <a:pt x="1108" y="1013"/>
                      <a:pt x="1191" y="989"/>
                      <a:pt x="1262" y="953"/>
                    </a:cubicBezTo>
                    <a:cubicBezTo>
                      <a:pt x="1334" y="906"/>
                      <a:pt x="1393" y="846"/>
                      <a:pt x="1429" y="775"/>
                    </a:cubicBezTo>
                    <a:cubicBezTo>
                      <a:pt x="1465" y="691"/>
                      <a:pt x="1489" y="608"/>
                      <a:pt x="1489" y="501"/>
                    </a:cubicBezTo>
                    <a:cubicBezTo>
                      <a:pt x="1489" y="406"/>
                      <a:pt x="1465" y="310"/>
                      <a:pt x="1429" y="239"/>
                    </a:cubicBezTo>
                    <a:cubicBezTo>
                      <a:pt x="1381" y="168"/>
                      <a:pt x="1322" y="108"/>
                      <a:pt x="1250" y="60"/>
                    </a:cubicBezTo>
                    <a:cubicBezTo>
                      <a:pt x="1179" y="25"/>
                      <a:pt x="1084" y="1"/>
                      <a:pt x="9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8" name="Google Shape;828;p35"/>
              <p:cNvSpPr/>
              <p:nvPr/>
            </p:nvSpPr>
            <p:spPr>
              <a:xfrm>
                <a:off x="2462200" y="76191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1024" y="191"/>
                    </a:moveTo>
                    <a:cubicBezTo>
                      <a:pt x="1084" y="191"/>
                      <a:pt x="1132" y="203"/>
                      <a:pt x="1191" y="227"/>
                    </a:cubicBezTo>
                    <a:cubicBezTo>
                      <a:pt x="1239" y="251"/>
                      <a:pt x="1274" y="286"/>
                      <a:pt x="1310" y="334"/>
                    </a:cubicBezTo>
                    <a:cubicBezTo>
                      <a:pt x="1334" y="370"/>
                      <a:pt x="1358" y="429"/>
                      <a:pt x="1358" y="501"/>
                    </a:cubicBezTo>
                    <a:cubicBezTo>
                      <a:pt x="1358" y="572"/>
                      <a:pt x="1334" y="632"/>
                      <a:pt x="1310" y="679"/>
                    </a:cubicBezTo>
                    <a:cubicBezTo>
                      <a:pt x="1274" y="715"/>
                      <a:pt x="1239" y="751"/>
                      <a:pt x="1191" y="774"/>
                    </a:cubicBezTo>
                    <a:cubicBezTo>
                      <a:pt x="1144" y="798"/>
                      <a:pt x="1084" y="810"/>
                      <a:pt x="1024" y="810"/>
                    </a:cubicBezTo>
                    <a:cubicBezTo>
                      <a:pt x="965" y="810"/>
                      <a:pt x="917" y="798"/>
                      <a:pt x="858" y="774"/>
                    </a:cubicBezTo>
                    <a:cubicBezTo>
                      <a:pt x="810" y="751"/>
                      <a:pt x="774" y="715"/>
                      <a:pt x="751" y="667"/>
                    </a:cubicBezTo>
                    <a:cubicBezTo>
                      <a:pt x="715" y="620"/>
                      <a:pt x="703" y="560"/>
                      <a:pt x="703" y="501"/>
                    </a:cubicBezTo>
                    <a:cubicBezTo>
                      <a:pt x="703" y="429"/>
                      <a:pt x="715" y="370"/>
                      <a:pt x="739" y="322"/>
                    </a:cubicBezTo>
                    <a:cubicBezTo>
                      <a:pt x="774" y="274"/>
                      <a:pt x="810" y="251"/>
                      <a:pt x="858" y="227"/>
                    </a:cubicBezTo>
                    <a:cubicBezTo>
                      <a:pt x="905" y="203"/>
                      <a:pt x="965" y="191"/>
                      <a:pt x="1024" y="191"/>
                    </a:cubicBezTo>
                    <a:close/>
                    <a:moveTo>
                      <a:pt x="1024" y="1"/>
                    </a:moveTo>
                    <a:cubicBezTo>
                      <a:pt x="929" y="1"/>
                      <a:pt x="858" y="24"/>
                      <a:pt x="786" y="48"/>
                    </a:cubicBezTo>
                    <a:cubicBezTo>
                      <a:pt x="703" y="84"/>
                      <a:pt x="655" y="131"/>
                      <a:pt x="608" y="203"/>
                    </a:cubicBezTo>
                    <a:cubicBezTo>
                      <a:pt x="572" y="274"/>
                      <a:pt x="548" y="358"/>
                      <a:pt x="548" y="465"/>
                    </a:cubicBezTo>
                    <a:cubicBezTo>
                      <a:pt x="548" y="512"/>
                      <a:pt x="560" y="572"/>
                      <a:pt x="572" y="620"/>
                    </a:cubicBezTo>
                    <a:cubicBezTo>
                      <a:pt x="584" y="667"/>
                      <a:pt x="608" y="715"/>
                      <a:pt x="632" y="751"/>
                    </a:cubicBezTo>
                    <a:cubicBezTo>
                      <a:pt x="667" y="786"/>
                      <a:pt x="691" y="810"/>
                      <a:pt x="727" y="834"/>
                    </a:cubicBezTo>
                    <a:cubicBezTo>
                      <a:pt x="608" y="834"/>
                      <a:pt x="501" y="822"/>
                      <a:pt x="417" y="798"/>
                    </a:cubicBezTo>
                    <a:cubicBezTo>
                      <a:pt x="334" y="786"/>
                      <a:pt x="274" y="751"/>
                      <a:pt x="227" y="703"/>
                    </a:cubicBezTo>
                    <a:cubicBezTo>
                      <a:pt x="179" y="655"/>
                      <a:pt x="155" y="596"/>
                      <a:pt x="155" y="501"/>
                    </a:cubicBezTo>
                    <a:cubicBezTo>
                      <a:pt x="155" y="453"/>
                      <a:pt x="167" y="393"/>
                      <a:pt x="191" y="358"/>
                    </a:cubicBezTo>
                    <a:cubicBezTo>
                      <a:pt x="215" y="322"/>
                      <a:pt x="251" y="286"/>
                      <a:pt x="286" y="274"/>
                    </a:cubicBezTo>
                    <a:cubicBezTo>
                      <a:pt x="334" y="251"/>
                      <a:pt x="393" y="251"/>
                      <a:pt x="453" y="251"/>
                    </a:cubicBezTo>
                    <a:lnTo>
                      <a:pt x="453" y="60"/>
                    </a:lnTo>
                    <a:cubicBezTo>
                      <a:pt x="370" y="60"/>
                      <a:pt x="286" y="72"/>
                      <a:pt x="227" y="96"/>
                    </a:cubicBezTo>
                    <a:cubicBezTo>
                      <a:pt x="155" y="131"/>
                      <a:pt x="108" y="179"/>
                      <a:pt x="60" y="239"/>
                    </a:cubicBezTo>
                    <a:cubicBezTo>
                      <a:pt x="24" y="310"/>
                      <a:pt x="1" y="393"/>
                      <a:pt x="1" y="489"/>
                    </a:cubicBezTo>
                    <a:cubicBezTo>
                      <a:pt x="1" y="572"/>
                      <a:pt x="12" y="655"/>
                      <a:pt x="48" y="715"/>
                    </a:cubicBezTo>
                    <a:cubicBezTo>
                      <a:pt x="72" y="786"/>
                      <a:pt x="120" y="834"/>
                      <a:pt x="179" y="882"/>
                    </a:cubicBezTo>
                    <a:cubicBezTo>
                      <a:pt x="239" y="929"/>
                      <a:pt x="322" y="965"/>
                      <a:pt x="417" y="989"/>
                    </a:cubicBezTo>
                    <a:cubicBezTo>
                      <a:pt x="524" y="1013"/>
                      <a:pt x="643" y="1024"/>
                      <a:pt x="798" y="1024"/>
                    </a:cubicBezTo>
                    <a:cubicBezTo>
                      <a:pt x="929" y="1024"/>
                      <a:pt x="1048" y="1013"/>
                      <a:pt x="1144" y="989"/>
                    </a:cubicBezTo>
                    <a:cubicBezTo>
                      <a:pt x="1227" y="965"/>
                      <a:pt x="1298" y="929"/>
                      <a:pt x="1358" y="882"/>
                    </a:cubicBezTo>
                    <a:cubicBezTo>
                      <a:pt x="1405" y="834"/>
                      <a:pt x="1453" y="774"/>
                      <a:pt x="1477" y="715"/>
                    </a:cubicBezTo>
                    <a:cubicBezTo>
                      <a:pt x="1501" y="643"/>
                      <a:pt x="1513" y="572"/>
                      <a:pt x="1513" y="489"/>
                    </a:cubicBezTo>
                    <a:cubicBezTo>
                      <a:pt x="1513" y="393"/>
                      <a:pt x="1489" y="310"/>
                      <a:pt x="1453" y="239"/>
                    </a:cubicBezTo>
                    <a:cubicBezTo>
                      <a:pt x="1405" y="167"/>
                      <a:pt x="1346" y="108"/>
                      <a:pt x="1274" y="72"/>
                    </a:cubicBezTo>
                    <a:cubicBezTo>
                      <a:pt x="1203" y="24"/>
                      <a:pt x="1120" y="1"/>
                      <a:pt x="10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29" name="Google Shape;829;p35"/>
              <p:cNvSpPr/>
              <p:nvPr/>
            </p:nvSpPr>
            <p:spPr>
              <a:xfrm>
                <a:off x="2462800" y="7577750"/>
                <a:ext cx="366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025" extrusionOk="0">
                    <a:moveTo>
                      <a:pt x="1453" y="798"/>
                    </a:moveTo>
                    <a:lnTo>
                      <a:pt x="1453" y="798"/>
                    </a:lnTo>
                    <a:lnTo>
                      <a:pt x="1465" y="798"/>
                    </a:lnTo>
                    <a:cubicBezTo>
                      <a:pt x="1461" y="798"/>
                      <a:pt x="1457" y="798"/>
                      <a:pt x="1453" y="798"/>
                    </a:cubicBezTo>
                    <a:close/>
                    <a:moveTo>
                      <a:pt x="0" y="1"/>
                    </a:moveTo>
                    <a:lnTo>
                      <a:pt x="0" y="1024"/>
                    </a:lnTo>
                    <a:lnTo>
                      <a:pt x="179" y="1024"/>
                    </a:lnTo>
                    <a:lnTo>
                      <a:pt x="179" y="239"/>
                    </a:lnTo>
                    <a:cubicBezTo>
                      <a:pt x="250" y="298"/>
                      <a:pt x="334" y="370"/>
                      <a:pt x="429" y="429"/>
                    </a:cubicBezTo>
                    <a:cubicBezTo>
                      <a:pt x="524" y="501"/>
                      <a:pt x="631" y="560"/>
                      <a:pt x="739" y="608"/>
                    </a:cubicBezTo>
                    <a:cubicBezTo>
                      <a:pt x="846" y="667"/>
                      <a:pt x="953" y="703"/>
                      <a:pt x="1084" y="739"/>
                    </a:cubicBezTo>
                    <a:cubicBezTo>
                      <a:pt x="1199" y="773"/>
                      <a:pt x="1326" y="797"/>
                      <a:pt x="1453" y="798"/>
                    </a:cubicBezTo>
                    <a:lnTo>
                      <a:pt x="1453" y="798"/>
                    </a:lnTo>
                    <a:lnTo>
                      <a:pt x="1453" y="596"/>
                    </a:lnTo>
                    <a:lnTo>
                      <a:pt x="1358" y="596"/>
                    </a:lnTo>
                    <a:cubicBezTo>
                      <a:pt x="1262" y="596"/>
                      <a:pt x="1179" y="584"/>
                      <a:pt x="1084" y="560"/>
                    </a:cubicBezTo>
                    <a:cubicBezTo>
                      <a:pt x="989" y="524"/>
                      <a:pt x="905" y="501"/>
                      <a:pt x="810" y="453"/>
                    </a:cubicBezTo>
                    <a:cubicBezTo>
                      <a:pt x="727" y="417"/>
                      <a:pt x="643" y="370"/>
                      <a:pt x="560" y="322"/>
                    </a:cubicBezTo>
                    <a:cubicBezTo>
                      <a:pt x="477" y="262"/>
                      <a:pt x="393" y="215"/>
                      <a:pt x="322" y="155"/>
                    </a:cubicBezTo>
                    <a:cubicBezTo>
                      <a:pt x="250" y="96"/>
                      <a:pt x="179" y="48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30" name="Google Shape;830;p35"/>
              <p:cNvSpPr/>
              <p:nvPr/>
            </p:nvSpPr>
            <p:spPr>
              <a:xfrm>
                <a:off x="2462200" y="7547700"/>
                <a:ext cx="378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13" extrusionOk="0">
                    <a:moveTo>
                      <a:pt x="405" y="226"/>
                    </a:moveTo>
                    <a:cubicBezTo>
                      <a:pt x="489" y="226"/>
                      <a:pt x="548" y="262"/>
                      <a:pt x="596" y="310"/>
                    </a:cubicBezTo>
                    <a:cubicBezTo>
                      <a:pt x="643" y="357"/>
                      <a:pt x="667" y="429"/>
                      <a:pt x="667" y="512"/>
                    </a:cubicBezTo>
                    <a:cubicBezTo>
                      <a:pt x="667" y="595"/>
                      <a:pt x="643" y="667"/>
                      <a:pt x="596" y="714"/>
                    </a:cubicBezTo>
                    <a:cubicBezTo>
                      <a:pt x="548" y="762"/>
                      <a:pt x="489" y="786"/>
                      <a:pt x="405" y="786"/>
                    </a:cubicBezTo>
                    <a:cubicBezTo>
                      <a:pt x="334" y="786"/>
                      <a:pt x="262" y="762"/>
                      <a:pt x="227" y="714"/>
                    </a:cubicBezTo>
                    <a:cubicBezTo>
                      <a:pt x="179" y="667"/>
                      <a:pt x="155" y="595"/>
                      <a:pt x="155" y="512"/>
                    </a:cubicBezTo>
                    <a:cubicBezTo>
                      <a:pt x="155" y="429"/>
                      <a:pt x="179" y="357"/>
                      <a:pt x="227" y="310"/>
                    </a:cubicBezTo>
                    <a:cubicBezTo>
                      <a:pt x="262" y="262"/>
                      <a:pt x="334" y="226"/>
                      <a:pt x="405" y="226"/>
                    </a:cubicBezTo>
                    <a:close/>
                    <a:moveTo>
                      <a:pt x="1084" y="202"/>
                    </a:moveTo>
                    <a:cubicBezTo>
                      <a:pt x="1167" y="202"/>
                      <a:pt x="1239" y="226"/>
                      <a:pt x="1286" y="274"/>
                    </a:cubicBezTo>
                    <a:cubicBezTo>
                      <a:pt x="1334" y="333"/>
                      <a:pt x="1358" y="405"/>
                      <a:pt x="1358" y="512"/>
                    </a:cubicBezTo>
                    <a:cubicBezTo>
                      <a:pt x="1358" y="607"/>
                      <a:pt x="1334" y="691"/>
                      <a:pt x="1286" y="738"/>
                    </a:cubicBezTo>
                    <a:cubicBezTo>
                      <a:pt x="1239" y="798"/>
                      <a:pt x="1167" y="822"/>
                      <a:pt x="1084" y="822"/>
                    </a:cubicBezTo>
                    <a:cubicBezTo>
                      <a:pt x="1001" y="822"/>
                      <a:pt x="941" y="798"/>
                      <a:pt x="893" y="738"/>
                    </a:cubicBezTo>
                    <a:cubicBezTo>
                      <a:pt x="846" y="691"/>
                      <a:pt x="822" y="619"/>
                      <a:pt x="822" y="512"/>
                    </a:cubicBezTo>
                    <a:cubicBezTo>
                      <a:pt x="822" y="405"/>
                      <a:pt x="846" y="333"/>
                      <a:pt x="893" y="274"/>
                    </a:cubicBezTo>
                    <a:cubicBezTo>
                      <a:pt x="941" y="226"/>
                      <a:pt x="1001" y="202"/>
                      <a:pt x="1084" y="202"/>
                    </a:cubicBezTo>
                    <a:close/>
                    <a:moveTo>
                      <a:pt x="1084" y="0"/>
                    </a:moveTo>
                    <a:cubicBezTo>
                      <a:pt x="1013" y="0"/>
                      <a:pt x="941" y="24"/>
                      <a:pt x="882" y="60"/>
                    </a:cubicBezTo>
                    <a:cubicBezTo>
                      <a:pt x="822" y="95"/>
                      <a:pt x="774" y="167"/>
                      <a:pt x="739" y="250"/>
                    </a:cubicBezTo>
                    <a:cubicBezTo>
                      <a:pt x="703" y="179"/>
                      <a:pt x="655" y="131"/>
                      <a:pt x="596" y="95"/>
                    </a:cubicBezTo>
                    <a:cubicBezTo>
                      <a:pt x="536" y="60"/>
                      <a:pt x="477" y="36"/>
                      <a:pt x="405" y="36"/>
                    </a:cubicBezTo>
                    <a:cubicBezTo>
                      <a:pt x="334" y="36"/>
                      <a:pt x="262" y="60"/>
                      <a:pt x="203" y="95"/>
                    </a:cubicBezTo>
                    <a:cubicBezTo>
                      <a:pt x="143" y="131"/>
                      <a:pt x="96" y="179"/>
                      <a:pt x="60" y="250"/>
                    </a:cubicBezTo>
                    <a:cubicBezTo>
                      <a:pt x="24" y="321"/>
                      <a:pt x="1" y="405"/>
                      <a:pt x="1" y="512"/>
                    </a:cubicBezTo>
                    <a:cubicBezTo>
                      <a:pt x="1" y="607"/>
                      <a:pt x="24" y="702"/>
                      <a:pt x="60" y="774"/>
                    </a:cubicBezTo>
                    <a:cubicBezTo>
                      <a:pt x="96" y="833"/>
                      <a:pt x="143" y="893"/>
                      <a:pt x="203" y="929"/>
                    </a:cubicBezTo>
                    <a:cubicBezTo>
                      <a:pt x="262" y="964"/>
                      <a:pt x="334" y="976"/>
                      <a:pt x="405" y="976"/>
                    </a:cubicBezTo>
                    <a:cubicBezTo>
                      <a:pt x="477" y="976"/>
                      <a:pt x="536" y="964"/>
                      <a:pt x="596" y="929"/>
                    </a:cubicBezTo>
                    <a:cubicBezTo>
                      <a:pt x="655" y="893"/>
                      <a:pt x="703" y="845"/>
                      <a:pt x="739" y="774"/>
                    </a:cubicBezTo>
                    <a:cubicBezTo>
                      <a:pt x="774" y="857"/>
                      <a:pt x="822" y="917"/>
                      <a:pt x="882" y="953"/>
                    </a:cubicBezTo>
                    <a:cubicBezTo>
                      <a:pt x="941" y="1000"/>
                      <a:pt x="1013" y="1012"/>
                      <a:pt x="1084" y="1012"/>
                    </a:cubicBezTo>
                    <a:cubicBezTo>
                      <a:pt x="1167" y="1012"/>
                      <a:pt x="1239" y="1000"/>
                      <a:pt x="1298" y="964"/>
                    </a:cubicBezTo>
                    <a:cubicBezTo>
                      <a:pt x="1358" y="929"/>
                      <a:pt x="1417" y="881"/>
                      <a:pt x="1453" y="798"/>
                    </a:cubicBezTo>
                    <a:cubicBezTo>
                      <a:pt x="1489" y="726"/>
                      <a:pt x="1513" y="631"/>
                      <a:pt x="1513" y="512"/>
                    </a:cubicBezTo>
                    <a:cubicBezTo>
                      <a:pt x="1513" y="393"/>
                      <a:pt x="1489" y="298"/>
                      <a:pt x="1453" y="214"/>
                    </a:cubicBezTo>
                    <a:cubicBezTo>
                      <a:pt x="1417" y="143"/>
                      <a:pt x="1358" y="83"/>
                      <a:pt x="1298" y="60"/>
                    </a:cubicBezTo>
                    <a:cubicBezTo>
                      <a:pt x="1239" y="24"/>
                      <a:pt x="1167" y="0"/>
                      <a:pt x="10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31" name="Google Shape;831;p35"/>
              <p:cNvSpPr/>
              <p:nvPr/>
            </p:nvSpPr>
            <p:spPr>
              <a:xfrm>
                <a:off x="2462200" y="75170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477" y="215"/>
                    </a:moveTo>
                    <a:cubicBezTo>
                      <a:pt x="548" y="215"/>
                      <a:pt x="596" y="227"/>
                      <a:pt x="643" y="251"/>
                    </a:cubicBezTo>
                    <a:cubicBezTo>
                      <a:pt x="691" y="275"/>
                      <a:pt x="739" y="310"/>
                      <a:pt x="763" y="358"/>
                    </a:cubicBezTo>
                    <a:cubicBezTo>
                      <a:pt x="798" y="405"/>
                      <a:pt x="810" y="465"/>
                      <a:pt x="810" y="525"/>
                    </a:cubicBezTo>
                    <a:cubicBezTo>
                      <a:pt x="810" y="596"/>
                      <a:pt x="798" y="656"/>
                      <a:pt x="774" y="703"/>
                    </a:cubicBezTo>
                    <a:cubicBezTo>
                      <a:pt x="739" y="751"/>
                      <a:pt x="703" y="775"/>
                      <a:pt x="655" y="798"/>
                    </a:cubicBezTo>
                    <a:cubicBezTo>
                      <a:pt x="608" y="822"/>
                      <a:pt x="548" y="834"/>
                      <a:pt x="501" y="834"/>
                    </a:cubicBezTo>
                    <a:cubicBezTo>
                      <a:pt x="429" y="834"/>
                      <a:pt x="382" y="822"/>
                      <a:pt x="322" y="798"/>
                    </a:cubicBezTo>
                    <a:cubicBezTo>
                      <a:pt x="274" y="775"/>
                      <a:pt x="239" y="739"/>
                      <a:pt x="203" y="691"/>
                    </a:cubicBezTo>
                    <a:cubicBezTo>
                      <a:pt x="179" y="656"/>
                      <a:pt x="155" y="596"/>
                      <a:pt x="155" y="525"/>
                    </a:cubicBezTo>
                    <a:cubicBezTo>
                      <a:pt x="155" y="453"/>
                      <a:pt x="179" y="394"/>
                      <a:pt x="203" y="358"/>
                    </a:cubicBezTo>
                    <a:cubicBezTo>
                      <a:pt x="227" y="310"/>
                      <a:pt x="274" y="275"/>
                      <a:pt x="322" y="251"/>
                    </a:cubicBezTo>
                    <a:cubicBezTo>
                      <a:pt x="370" y="227"/>
                      <a:pt x="417" y="215"/>
                      <a:pt x="477" y="215"/>
                    </a:cubicBezTo>
                    <a:close/>
                    <a:moveTo>
                      <a:pt x="715" y="1"/>
                    </a:moveTo>
                    <a:cubicBezTo>
                      <a:pt x="572" y="1"/>
                      <a:pt x="465" y="13"/>
                      <a:pt x="370" y="36"/>
                    </a:cubicBezTo>
                    <a:cubicBezTo>
                      <a:pt x="286" y="60"/>
                      <a:pt x="203" y="96"/>
                      <a:pt x="155" y="144"/>
                    </a:cubicBezTo>
                    <a:cubicBezTo>
                      <a:pt x="96" y="191"/>
                      <a:pt x="60" y="251"/>
                      <a:pt x="36" y="310"/>
                    </a:cubicBezTo>
                    <a:cubicBezTo>
                      <a:pt x="12" y="382"/>
                      <a:pt x="1" y="453"/>
                      <a:pt x="1" y="536"/>
                    </a:cubicBezTo>
                    <a:cubicBezTo>
                      <a:pt x="1" y="632"/>
                      <a:pt x="24" y="715"/>
                      <a:pt x="60" y="786"/>
                    </a:cubicBezTo>
                    <a:cubicBezTo>
                      <a:pt x="108" y="858"/>
                      <a:pt x="155" y="917"/>
                      <a:pt x="239" y="965"/>
                    </a:cubicBezTo>
                    <a:cubicBezTo>
                      <a:pt x="310" y="1001"/>
                      <a:pt x="393" y="1025"/>
                      <a:pt x="489" y="1025"/>
                    </a:cubicBezTo>
                    <a:cubicBezTo>
                      <a:pt x="584" y="1025"/>
                      <a:pt x="655" y="1013"/>
                      <a:pt x="727" y="977"/>
                    </a:cubicBezTo>
                    <a:cubicBezTo>
                      <a:pt x="810" y="941"/>
                      <a:pt x="858" y="894"/>
                      <a:pt x="905" y="822"/>
                    </a:cubicBezTo>
                    <a:cubicBezTo>
                      <a:pt x="941" y="751"/>
                      <a:pt x="965" y="667"/>
                      <a:pt x="965" y="560"/>
                    </a:cubicBezTo>
                    <a:cubicBezTo>
                      <a:pt x="965" y="513"/>
                      <a:pt x="953" y="453"/>
                      <a:pt x="941" y="405"/>
                    </a:cubicBezTo>
                    <a:cubicBezTo>
                      <a:pt x="929" y="358"/>
                      <a:pt x="905" y="322"/>
                      <a:pt x="882" y="286"/>
                    </a:cubicBezTo>
                    <a:cubicBezTo>
                      <a:pt x="846" y="251"/>
                      <a:pt x="822" y="215"/>
                      <a:pt x="786" y="203"/>
                    </a:cubicBezTo>
                    <a:cubicBezTo>
                      <a:pt x="905" y="203"/>
                      <a:pt x="1013" y="215"/>
                      <a:pt x="1096" y="227"/>
                    </a:cubicBezTo>
                    <a:cubicBezTo>
                      <a:pt x="1179" y="251"/>
                      <a:pt x="1239" y="275"/>
                      <a:pt x="1286" y="322"/>
                    </a:cubicBezTo>
                    <a:cubicBezTo>
                      <a:pt x="1334" y="370"/>
                      <a:pt x="1358" y="441"/>
                      <a:pt x="1358" y="525"/>
                    </a:cubicBezTo>
                    <a:cubicBezTo>
                      <a:pt x="1358" y="584"/>
                      <a:pt x="1346" y="632"/>
                      <a:pt x="1322" y="667"/>
                    </a:cubicBezTo>
                    <a:cubicBezTo>
                      <a:pt x="1298" y="703"/>
                      <a:pt x="1263" y="739"/>
                      <a:pt x="1227" y="751"/>
                    </a:cubicBezTo>
                    <a:cubicBezTo>
                      <a:pt x="1179" y="775"/>
                      <a:pt x="1120" y="786"/>
                      <a:pt x="1060" y="786"/>
                    </a:cubicBezTo>
                    <a:lnTo>
                      <a:pt x="1060" y="977"/>
                    </a:lnTo>
                    <a:cubicBezTo>
                      <a:pt x="1144" y="977"/>
                      <a:pt x="1215" y="953"/>
                      <a:pt x="1286" y="929"/>
                    </a:cubicBezTo>
                    <a:cubicBezTo>
                      <a:pt x="1358" y="894"/>
                      <a:pt x="1405" y="858"/>
                      <a:pt x="1453" y="786"/>
                    </a:cubicBezTo>
                    <a:cubicBezTo>
                      <a:pt x="1489" y="727"/>
                      <a:pt x="1513" y="632"/>
                      <a:pt x="1513" y="536"/>
                    </a:cubicBezTo>
                    <a:cubicBezTo>
                      <a:pt x="1513" y="453"/>
                      <a:pt x="1489" y="382"/>
                      <a:pt x="1465" y="310"/>
                    </a:cubicBezTo>
                    <a:cubicBezTo>
                      <a:pt x="1441" y="239"/>
                      <a:pt x="1394" y="191"/>
                      <a:pt x="1334" y="144"/>
                    </a:cubicBezTo>
                    <a:cubicBezTo>
                      <a:pt x="1274" y="96"/>
                      <a:pt x="1191" y="60"/>
                      <a:pt x="1084" y="36"/>
                    </a:cubicBezTo>
                    <a:cubicBezTo>
                      <a:pt x="989" y="13"/>
                      <a:pt x="858" y="1"/>
                      <a:pt x="7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</p:grpSp>
      </p:grpSp>
      <p:pic>
        <p:nvPicPr>
          <p:cNvPr id="832" name="Google Shape;83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15734" y="4128383"/>
            <a:ext cx="2345300" cy="10999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2F8A39D-1847-D8DF-6256-71A536D0C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5332" y="4607250"/>
            <a:ext cx="4241200" cy="1622913"/>
          </a:xfrm>
        </p:spPr>
        <p:txBody>
          <a:bodyPr/>
          <a:lstStyle/>
          <a:p>
            <a:r>
              <a:rPr lang="he-IL" dirty="0"/>
              <a:t>טל מיצמכר</a:t>
            </a:r>
          </a:p>
          <a:p>
            <a:r>
              <a:rPr lang="he-IL" dirty="0"/>
              <a:t>עמית מיצמכר</a:t>
            </a:r>
          </a:p>
          <a:p>
            <a:r>
              <a:rPr lang="en-US" dirty="0"/>
              <a:t> </a:t>
            </a:r>
            <a:r>
              <a:rPr lang="he-IL" dirty="0"/>
              <a:t> דני </a:t>
            </a:r>
            <a:r>
              <a:rPr lang="he-IL" dirty="0" err="1"/>
              <a:t>גורודינסקי</a:t>
            </a:r>
            <a:endParaRPr lang="he-IL" dirty="0"/>
          </a:p>
        </p:txBody>
      </p:sp>
      <p:pic>
        <p:nvPicPr>
          <p:cNvPr id="1026" name="Picture 2" descr="Nike fake Shoes Identification: 5 Ways to spot a fake Nike shoe">
            <a:extLst>
              <a:ext uri="{FF2B5EF4-FFF2-40B4-BE49-F238E27FC236}">
                <a16:creationId xmlns:a16="http://schemas.microsoft.com/office/drawing/2014/main" id="{63A917D7-2131-26F4-F312-922E49A6B0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2" t="-1" r="14531" b="-5162"/>
          <a:stretch>
            <a:fillRect/>
          </a:stretch>
        </p:blipFill>
        <p:spPr bwMode="auto">
          <a:xfrm rot="20794821">
            <a:off x="-541154" y="3181160"/>
            <a:ext cx="3212841" cy="320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מציין מיקום של תמונה 4">
            <a:extLst>
              <a:ext uri="{FF2B5EF4-FFF2-40B4-BE49-F238E27FC236}">
                <a16:creationId xmlns:a16="http://schemas.microsoft.com/office/drawing/2014/main" id="{9A9E2E06-4E4E-AC3B-1510-F049BC5B94B3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 rot="-767854">
            <a:off x="-550281" y="2954431"/>
            <a:ext cx="3181841" cy="3551491"/>
          </a:xfrm>
        </p:spPr>
        <p:txBody>
          <a:bodyPr/>
          <a:lstStyle/>
          <a:p>
            <a:endParaRPr lang="he-IL"/>
          </a:p>
        </p:txBody>
      </p:sp>
      <p:pic>
        <p:nvPicPr>
          <p:cNvPr id="14" name="מציין מיקום של תמונה 13" descr="תמונה שמכילה נעל סניקר, נעל, נעל הליכה, הנע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BB4BACE-982B-33F1-E6E1-C4D2F993559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7"/>
          <a:srcRect t="553" b="553"/>
          <a:stretch>
            <a:fillRect/>
          </a:stretch>
        </p:blipFill>
        <p:spPr/>
      </p:pic>
      <p:sp>
        <p:nvSpPr>
          <p:cNvPr id="12" name="AutoShape 10" descr="Buy ADIDAS Originals Men Perforated Superstar Sneakers - Casual Shoes for  Men 26518408 | Myntra">
            <a:extLst>
              <a:ext uri="{FF2B5EF4-FFF2-40B4-BE49-F238E27FC236}">
                <a16:creationId xmlns:a16="http://schemas.microsoft.com/office/drawing/2014/main" id="{1A9EC78D-CEF8-A9BD-9B4C-B7A7F24C88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09829" y="1825448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he-IL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61"/>
          <p:cNvSpPr/>
          <p:nvPr/>
        </p:nvSpPr>
        <p:spPr>
          <a:xfrm>
            <a:off x="4452866" y="485024"/>
            <a:ext cx="7312108" cy="602532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654" name="Google Shape;1654;p61"/>
          <p:cNvSpPr/>
          <p:nvPr/>
        </p:nvSpPr>
        <p:spPr>
          <a:xfrm rot="-285" flipH="1">
            <a:off x="607601" y="1468292"/>
            <a:ext cx="4618000" cy="4076152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655" name="Google Shape;1655;p61"/>
          <p:cNvSpPr txBox="1">
            <a:spLocks noGrp="1"/>
          </p:cNvSpPr>
          <p:nvPr>
            <p:ph type="title"/>
          </p:nvPr>
        </p:nvSpPr>
        <p:spPr>
          <a:xfrm>
            <a:off x="951200" y="2603576"/>
            <a:ext cx="3930800" cy="17240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/>
          <a:p>
            <a:pPr lvl="0"/>
            <a:r>
              <a:rPr lang="en-US" sz="5333" dirty="0"/>
              <a:t>Motivating Use Case</a:t>
            </a:r>
            <a:endParaRPr sz="5333" dirty="0"/>
          </a:p>
        </p:txBody>
      </p:sp>
      <p:grpSp>
        <p:nvGrpSpPr>
          <p:cNvPr id="1682" name="Google Shape;1682;p61"/>
          <p:cNvGrpSpPr/>
          <p:nvPr/>
        </p:nvGrpSpPr>
        <p:grpSpPr>
          <a:xfrm>
            <a:off x="2767786" y="-51007"/>
            <a:ext cx="2457809" cy="2457869"/>
            <a:chOff x="2597050" y="3821625"/>
            <a:chExt cx="1016800" cy="1016825"/>
          </a:xfrm>
        </p:grpSpPr>
        <p:sp>
          <p:nvSpPr>
            <p:cNvPr id="1683" name="Google Shape;1683;p61"/>
            <p:cNvSpPr/>
            <p:nvPr/>
          </p:nvSpPr>
          <p:spPr>
            <a:xfrm>
              <a:off x="2597050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84" name="Google Shape;1684;p61"/>
            <p:cNvSpPr/>
            <p:nvPr/>
          </p:nvSpPr>
          <p:spPr>
            <a:xfrm>
              <a:off x="2800350" y="3821925"/>
              <a:ext cx="0" cy="1015925"/>
            </a:xfrm>
            <a:custGeom>
              <a:avLst/>
              <a:gdLst/>
              <a:ahLst/>
              <a:cxnLst/>
              <a:rect l="l" t="t" r="r" b="b"/>
              <a:pathLst>
                <a:path h="40637" fill="none" extrusionOk="0">
                  <a:moveTo>
                    <a:pt x="0" y="1"/>
                  </a:moveTo>
                  <a:lnTo>
                    <a:pt x="0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85" name="Google Shape;1685;p61"/>
            <p:cNvSpPr/>
            <p:nvPr/>
          </p:nvSpPr>
          <p:spPr>
            <a:xfrm>
              <a:off x="30039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86" name="Google Shape;1686;p61"/>
            <p:cNvSpPr/>
            <p:nvPr/>
          </p:nvSpPr>
          <p:spPr>
            <a:xfrm>
              <a:off x="32072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87" name="Google Shape;1687;p61"/>
            <p:cNvSpPr/>
            <p:nvPr/>
          </p:nvSpPr>
          <p:spPr>
            <a:xfrm>
              <a:off x="34105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88" name="Google Shape;1688;p61"/>
            <p:cNvSpPr/>
            <p:nvPr/>
          </p:nvSpPr>
          <p:spPr>
            <a:xfrm>
              <a:off x="3613825" y="3821925"/>
              <a:ext cx="25" cy="1015925"/>
            </a:xfrm>
            <a:custGeom>
              <a:avLst/>
              <a:gdLst/>
              <a:ahLst/>
              <a:cxnLst/>
              <a:rect l="l" t="t" r="r" b="b"/>
              <a:pathLst>
                <a:path w="1" h="40637" fill="none" extrusionOk="0">
                  <a:moveTo>
                    <a:pt x="1" y="1"/>
                  </a:moveTo>
                  <a:lnTo>
                    <a:pt x="1" y="4063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89" name="Google Shape;1689;p61"/>
            <p:cNvSpPr/>
            <p:nvPr/>
          </p:nvSpPr>
          <p:spPr>
            <a:xfrm>
              <a:off x="2597625" y="38216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90" name="Google Shape;1690;p61"/>
            <p:cNvSpPr/>
            <p:nvPr/>
          </p:nvSpPr>
          <p:spPr>
            <a:xfrm>
              <a:off x="2597625" y="40249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91" name="Google Shape;1691;p61"/>
            <p:cNvSpPr/>
            <p:nvPr/>
          </p:nvSpPr>
          <p:spPr>
            <a:xfrm>
              <a:off x="2597625" y="42282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92" name="Google Shape;1692;p61"/>
            <p:cNvSpPr/>
            <p:nvPr/>
          </p:nvSpPr>
          <p:spPr>
            <a:xfrm>
              <a:off x="2597625" y="44315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93" name="Google Shape;1693;p61"/>
            <p:cNvSpPr/>
            <p:nvPr/>
          </p:nvSpPr>
          <p:spPr>
            <a:xfrm>
              <a:off x="2597625" y="46348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sp>
          <p:nvSpPr>
            <p:cNvPr id="1694" name="Google Shape;1694;p61"/>
            <p:cNvSpPr/>
            <p:nvPr/>
          </p:nvSpPr>
          <p:spPr>
            <a:xfrm>
              <a:off x="2597625" y="4838425"/>
              <a:ext cx="1015625" cy="25"/>
            </a:xfrm>
            <a:custGeom>
              <a:avLst/>
              <a:gdLst/>
              <a:ahLst/>
              <a:cxnLst/>
              <a:rect l="l" t="t" r="r" b="b"/>
              <a:pathLst>
                <a:path w="40625" h="1" fill="none" extrusionOk="0">
                  <a:moveTo>
                    <a:pt x="40625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</p:grpSp>
      <p:pic>
        <p:nvPicPr>
          <p:cNvPr id="1695" name="Google Shape;169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4069" y="609728"/>
            <a:ext cx="3984373" cy="82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050;p42">
            <a:extLst>
              <a:ext uri="{FF2B5EF4-FFF2-40B4-BE49-F238E27FC236}">
                <a16:creationId xmlns:a16="http://schemas.microsoft.com/office/drawing/2014/main" id="{1ABF91F9-7EA9-AA55-CC93-56ADD5273B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69540" y="405320"/>
            <a:ext cx="5811225" cy="6452681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/>
          <a:p>
            <a:pPr marL="0" indent="0" rtl="1"/>
            <a:r>
              <a:rPr lang="he-IL" sz="2133" b="1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מה הבעיה האמיתית?</a:t>
            </a:r>
          </a:p>
          <a:p>
            <a:pPr marL="0" indent="0" rtl="1"/>
            <a:r>
              <a:rPr lang="he-IL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זיופים של פריטי מותג נפוצים מאוד ומקשים על זיהוי של פריט מקורי מול זיוף. ישנם זיופים שקרובים למקור כך </a:t>
            </a:r>
            <a:r>
              <a:rPr lang="he-IL" dirty="0" err="1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שה"פגמים</a:t>
            </a:r>
            <a:r>
              <a:rPr lang="he-IL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" שלו בקושי נראים לעין אנושית.</a:t>
            </a:r>
          </a:p>
          <a:p>
            <a:pPr marL="0" indent="0" rtl="1"/>
            <a:endParaRPr lang="he-IL" dirty="0">
              <a:latin typeface="Segoe UI Semilight" panose="020B0402040204020203" pitchFamily="34" charset="0"/>
              <a:ea typeface="Roboto" panose="02000000000000000000" pitchFamily="2" charset="0"/>
              <a:cs typeface="Segoe UI Semilight" panose="020B0402040204020203" pitchFamily="34" charset="0"/>
            </a:endParaRPr>
          </a:p>
          <a:p>
            <a:pPr marL="0" indent="0" rtl="1"/>
            <a:r>
              <a:rPr lang="he-IL" sz="2133" b="1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מי מרוויח?</a:t>
            </a:r>
          </a:p>
          <a:p>
            <a:pPr marL="0" indent="0" rtl="1"/>
            <a:r>
              <a:rPr lang="he-IL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חברות המותג נהנות מהגנה מפני זיופים, חנויות ואתרי מסחר מקבלים כלי שמוודא איכות מוצר ולקוחות מקבלים הבטחה שהמוצר שקנו הוא מקורי ואיכותי.</a:t>
            </a:r>
          </a:p>
          <a:p>
            <a:pPr marL="0" indent="0" rtl="1"/>
            <a:endParaRPr lang="he-IL" dirty="0">
              <a:latin typeface="Segoe UI Semilight" panose="020B0402040204020203" pitchFamily="34" charset="0"/>
              <a:ea typeface="Roboto" panose="02000000000000000000" pitchFamily="2" charset="0"/>
              <a:cs typeface="Segoe UI Semilight" panose="020B0402040204020203" pitchFamily="34" charset="0"/>
            </a:endParaRPr>
          </a:p>
          <a:p>
            <a:pPr marL="0" indent="0" rtl="1"/>
            <a:r>
              <a:rPr lang="he-IL" sz="2133" b="1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מה הקושי?</a:t>
            </a:r>
          </a:p>
          <a:p>
            <a:pPr marL="0" indent="0" rtl="1"/>
            <a:r>
              <a:rPr lang="he-IL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פגמים וזיופים הופכים למדויקים ומתוחכמים, ולעיתים ההבדלים הם זעירים. בדיקה ידנית אינה עקבית ועלולה לפספס.</a:t>
            </a:r>
          </a:p>
          <a:p>
            <a:pPr marL="0" indent="0" rtl="1"/>
            <a:endParaRPr lang="he-IL" dirty="0">
              <a:latin typeface="Segoe UI Semilight" panose="020B0402040204020203" pitchFamily="34" charset="0"/>
              <a:ea typeface="Roboto" panose="02000000000000000000" pitchFamily="2" charset="0"/>
              <a:cs typeface="Segoe UI Semilight" panose="020B0402040204020203" pitchFamily="34" charset="0"/>
            </a:endParaRPr>
          </a:p>
          <a:p>
            <a:pPr marL="0" indent="0" rtl="1"/>
            <a:r>
              <a:rPr lang="he-IL" sz="2133" b="1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מהו היתרון בשילוב תמונה?</a:t>
            </a:r>
          </a:p>
          <a:p>
            <a:pPr marL="0" indent="0" rtl="1"/>
            <a:r>
              <a:rPr lang="he-IL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הפגמים הם חזותיים (תפר, צבע, צורה). </a:t>
            </a:r>
          </a:p>
          <a:p>
            <a:pPr marL="0" indent="0" rtl="1"/>
            <a:r>
              <a:rPr lang="he-IL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ראייה ממוחשבת מזהה דפוסים עדינים שאדם מתקשה לראות. שימוש בתמונות מאשר בדיקה אוטומטית, מהירה </a:t>
            </a:r>
            <a:r>
              <a:rPr lang="he-IL" dirty="0" err="1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ומדוייקת</a:t>
            </a:r>
            <a:r>
              <a:rPr lang="he-IL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.</a:t>
            </a:r>
          </a:p>
          <a:p>
            <a:pPr marL="0" indent="0" rtl="1"/>
            <a:endParaRPr dirty="0">
              <a:latin typeface="Segoe UI Semilight" panose="020B0402040204020203" pitchFamily="34" charset="0"/>
              <a:ea typeface="Roboto" panose="02000000000000000000" pitchFamily="2" charset="0"/>
              <a:cs typeface="Segoe UI Semilight" panose="020B0402040204020203" pitchFamily="34" charset="0"/>
            </a:endParaRPr>
          </a:p>
        </p:txBody>
      </p:sp>
      <p:pic>
        <p:nvPicPr>
          <p:cNvPr id="19" name="Google Shape;1052;p42">
            <a:extLst>
              <a:ext uri="{FF2B5EF4-FFF2-40B4-BE49-F238E27FC236}">
                <a16:creationId xmlns:a16="http://schemas.microsoft.com/office/drawing/2014/main" id="{932D03B6-2D55-75A2-253E-6B0CA3E3BAF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6600" y="5772132"/>
            <a:ext cx="3459067" cy="122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7"/>
          <p:cNvSpPr txBox="1">
            <a:spLocks noGrp="1"/>
          </p:cNvSpPr>
          <p:nvPr>
            <p:ph type="title"/>
          </p:nvPr>
        </p:nvSpPr>
        <p:spPr>
          <a:xfrm>
            <a:off x="951033" y="593367"/>
            <a:ext cx="10290000" cy="9852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/>
          <a:p>
            <a:pPr lvl="0" algn="ctr"/>
            <a:r>
              <a:rPr lang="he-IL" sz="5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הגדרת הפרויקט</a:t>
            </a:r>
          </a:p>
        </p:txBody>
      </p:sp>
      <p:sp>
        <p:nvSpPr>
          <p:cNvPr id="48" name="Google Shape;1059;p43">
            <a:extLst>
              <a:ext uri="{FF2B5EF4-FFF2-40B4-BE49-F238E27FC236}">
                <a16:creationId xmlns:a16="http://schemas.microsoft.com/office/drawing/2014/main" id="{B53CF633-D760-E02D-E271-E483393B45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46118" y="1677034"/>
            <a:ext cx="10817335" cy="47432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vert="horz" wrap="square" lIns="121900" tIns="121900" rIns="121900" bIns="121900" rtlCol="1" anchor="t" anchorCtr="0">
            <a:noAutofit/>
          </a:bodyPr>
          <a:lstStyle/>
          <a:p>
            <a:pPr algn="r" rtl="1">
              <a:lnSpc>
                <a:spcPct val="150000"/>
              </a:lnSpc>
            </a:pPr>
            <a:r>
              <a:rPr lang="he-IL" sz="24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בעיה פורמלית</a:t>
            </a:r>
          </a:p>
          <a:p>
            <a:pPr algn="r" rtl="1">
              <a:lnSpc>
                <a:spcPct val="150000"/>
              </a:lnSpc>
            </a:pP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פיתוח מערכת ראייה ממוחשבת שמקבלת תמונה של פריט מותג ומבצעת:</a:t>
            </a:r>
          </a:p>
          <a:p>
            <a:pPr marL="643451" indent="-457189" rtl="1">
              <a:lnSpc>
                <a:spcPct val="150000"/>
              </a:lnSpc>
              <a:buFont typeface="+mj-lt"/>
              <a:buAutoNum type="arabicParenR"/>
            </a:pP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זיהוי כל הפגמים הקיימים (</a:t>
            </a:r>
            <a:r>
              <a:rPr lang="en-US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Multilable</a:t>
            </a:r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Classification</a:t>
            </a: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).</a:t>
            </a:r>
          </a:p>
          <a:p>
            <a:pPr marL="643451" indent="-457189" rtl="1">
              <a:lnSpc>
                <a:spcPct val="150000"/>
              </a:lnSpc>
              <a:buFont typeface="+mj-lt"/>
              <a:buAutoNum type="arabicParenR"/>
            </a:pP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מיקום מדויק של כל פגם בתמונה (</a:t>
            </a:r>
            <a:r>
              <a:rPr lang="en-US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Bounding Boxes</a:t>
            </a: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). </a:t>
            </a:r>
          </a:p>
          <a:p>
            <a:pPr marL="186262" indent="0" rtl="1">
              <a:lnSpc>
                <a:spcPct val="150000"/>
              </a:lnSpc>
            </a:pPr>
            <a:r>
              <a:rPr lang="he-IL" sz="2133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קלט/פלט של המערכת </a:t>
            </a:r>
          </a:p>
          <a:p>
            <a:pPr algn="r" rtl="1">
              <a:lnSpc>
                <a:spcPct val="150000"/>
              </a:lnSpc>
            </a:pP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קלט: תמונה ברזולוציה גבוהה של פריט מותג.</a:t>
            </a:r>
          </a:p>
          <a:p>
            <a:pPr algn="r" rtl="1">
              <a:lnSpc>
                <a:spcPct val="150000"/>
              </a:lnSpc>
            </a:pP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פלט: רשימת פגמים + מיקום בתמונה.</a:t>
            </a:r>
          </a:p>
          <a:p>
            <a:pPr algn="r" rtl="1">
              <a:lnSpc>
                <a:spcPct val="150000"/>
              </a:lnSpc>
            </a:pPr>
            <a:r>
              <a:rPr lang="he-IL" sz="2133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חידושי הפרויקט</a:t>
            </a:r>
          </a:p>
          <a:p>
            <a:pPr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מעבר מסיווג בינארי (מקורי/מזויף) לסיווג רב-תוויתי (פגמים ספציפיים).</a:t>
            </a:r>
          </a:p>
          <a:p>
            <a:pPr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שימוש בדאטה סינתטית ליצירת פגמים לצורך אימון המודל.</a:t>
            </a:r>
          </a:p>
          <a:p>
            <a:pPr algn="r" rtl="1">
              <a:lnSpc>
                <a:spcPct val="150000"/>
              </a:lnSpc>
            </a:pPr>
            <a:endParaRPr lang="en-US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 rtl="1">
              <a:lnSpc>
                <a:spcPct val="150000"/>
              </a:lnSpc>
            </a:pPr>
            <a:endParaRPr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49" name="Google Shape;889;p38">
            <a:extLst>
              <a:ext uri="{FF2B5EF4-FFF2-40B4-BE49-F238E27FC236}">
                <a16:creationId xmlns:a16="http://schemas.microsoft.com/office/drawing/2014/main" id="{B79ABA95-5803-126E-C7F8-2161D26D2DA8}"/>
              </a:ext>
            </a:extLst>
          </p:cNvPr>
          <p:cNvGrpSpPr/>
          <p:nvPr/>
        </p:nvGrpSpPr>
        <p:grpSpPr>
          <a:xfrm>
            <a:off x="-328560" y="2856812"/>
            <a:ext cx="4661267" cy="2405317"/>
            <a:chOff x="2447625" y="5604000"/>
            <a:chExt cx="1846375" cy="2396750"/>
          </a:xfrm>
        </p:grpSpPr>
        <p:sp>
          <p:nvSpPr>
            <p:cNvPr id="50" name="Google Shape;890;p38">
              <a:extLst>
                <a:ext uri="{FF2B5EF4-FFF2-40B4-BE49-F238E27FC236}">
                  <a16:creationId xmlns:a16="http://schemas.microsoft.com/office/drawing/2014/main" id="{DFFD16D3-1D15-73BF-B1D4-7A21278DDC27}"/>
                </a:ext>
              </a:extLst>
            </p:cNvPr>
            <p:cNvSpPr/>
            <p:nvPr/>
          </p:nvSpPr>
          <p:spPr>
            <a:xfrm>
              <a:off x="2447625" y="5604000"/>
              <a:ext cx="1846375" cy="2396750"/>
            </a:xfrm>
            <a:custGeom>
              <a:avLst/>
              <a:gdLst/>
              <a:ahLst/>
              <a:cxnLst/>
              <a:rect l="l" t="t" r="r" b="b"/>
              <a:pathLst>
                <a:path w="73855" h="95870" extrusionOk="0">
                  <a:moveTo>
                    <a:pt x="70842" y="1691"/>
                  </a:moveTo>
                  <a:lnTo>
                    <a:pt x="70842" y="94167"/>
                  </a:lnTo>
                  <a:lnTo>
                    <a:pt x="2977" y="94167"/>
                  </a:lnTo>
                  <a:lnTo>
                    <a:pt x="2977" y="1691"/>
                  </a:lnTo>
                  <a:close/>
                  <a:moveTo>
                    <a:pt x="0" y="0"/>
                  </a:moveTo>
                  <a:lnTo>
                    <a:pt x="0" y="215"/>
                  </a:lnTo>
                  <a:lnTo>
                    <a:pt x="0" y="1703"/>
                  </a:lnTo>
                  <a:lnTo>
                    <a:pt x="0" y="94167"/>
                  </a:lnTo>
                  <a:lnTo>
                    <a:pt x="0" y="95655"/>
                  </a:lnTo>
                  <a:lnTo>
                    <a:pt x="0" y="95869"/>
                  </a:lnTo>
                  <a:lnTo>
                    <a:pt x="73855" y="95869"/>
                  </a:lnTo>
                  <a:lnTo>
                    <a:pt x="73855" y="94167"/>
                  </a:lnTo>
                  <a:lnTo>
                    <a:pt x="73807" y="94167"/>
                  </a:lnTo>
                  <a:lnTo>
                    <a:pt x="73807" y="1703"/>
                  </a:lnTo>
                  <a:lnTo>
                    <a:pt x="73807" y="215"/>
                  </a:lnTo>
                  <a:lnTo>
                    <a:pt x="7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grpSp>
          <p:nvGrpSpPr>
            <p:cNvPr id="51" name="Google Shape;891;p38">
              <a:extLst>
                <a:ext uri="{FF2B5EF4-FFF2-40B4-BE49-F238E27FC236}">
                  <a16:creationId xmlns:a16="http://schemas.microsoft.com/office/drawing/2014/main" id="{45FCA50B-0DA5-F8C1-5950-9CE9758448D8}"/>
                </a:ext>
              </a:extLst>
            </p:cNvPr>
            <p:cNvGrpSpPr/>
            <p:nvPr/>
          </p:nvGrpSpPr>
          <p:grpSpPr>
            <a:xfrm>
              <a:off x="2462200" y="7517025"/>
              <a:ext cx="37825" cy="420925"/>
              <a:chOff x="2462200" y="7517025"/>
              <a:chExt cx="37825" cy="420925"/>
            </a:xfrm>
          </p:grpSpPr>
          <p:sp>
            <p:nvSpPr>
              <p:cNvPr id="52" name="Google Shape;892;p38">
                <a:extLst>
                  <a:ext uri="{FF2B5EF4-FFF2-40B4-BE49-F238E27FC236}">
                    <a16:creationId xmlns:a16="http://schemas.microsoft.com/office/drawing/2014/main" id="{B6D0A05E-CFF0-487E-684A-97B1955BA05B}"/>
                  </a:ext>
                </a:extLst>
              </p:cNvPr>
              <p:cNvSpPr/>
              <p:nvPr/>
            </p:nvSpPr>
            <p:spPr>
              <a:xfrm>
                <a:off x="2462200" y="7912900"/>
                <a:ext cx="36925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2" extrusionOk="0">
                    <a:moveTo>
                      <a:pt x="1310" y="1"/>
                    </a:moveTo>
                    <a:lnTo>
                      <a:pt x="1310" y="775"/>
                    </a:lnTo>
                    <a:cubicBezTo>
                      <a:pt x="1274" y="763"/>
                      <a:pt x="1251" y="751"/>
                      <a:pt x="1215" y="715"/>
                    </a:cubicBezTo>
                    <a:cubicBezTo>
                      <a:pt x="1179" y="692"/>
                      <a:pt x="1144" y="644"/>
                      <a:pt x="1108" y="608"/>
                    </a:cubicBezTo>
                    <a:cubicBezTo>
                      <a:pt x="1072" y="561"/>
                      <a:pt x="1048" y="513"/>
                      <a:pt x="1013" y="465"/>
                    </a:cubicBezTo>
                    <a:cubicBezTo>
                      <a:pt x="965" y="406"/>
                      <a:pt x="929" y="346"/>
                      <a:pt x="882" y="287"/>
                    </a:cubicBezTo>
                    <a:cubicBezTo>
                      <a:pt x="834" y="239"/>
                      <a:pt x="798" y="180"/>
                      <a:pt x="751" y="144"/>
                    </a:cubicBezTo>
                    <a:cubicBezTo>
                      <a:pt x="703" y="96"/>
                      <a:pt x="643" y="72"/>
                      <a:pt x="596" y="49"/>
                    </a:cubicBezTo>
                    <a:cubicBezTo>
                      <a:pt x="536" y="25"/>
                      <a:pt x="477" y="13"/>
                      <a:pt x="405" y="13"/>
                    </a:cubicBezTo>
                    <a:cubicBezTo>
                      <a:pt x="358" y="13"/>
                      <a:pt x="310" y="25"/>
                      <a:pt x="251" y="37"/>
                    </a:cubicBezTo>
                    <a:cubicBezTo>
                      <a:pt x="203" y="60"/>
                      <a:pt x="167" y="84"/>
                      <a:pt x="120" y="120"/>
                    </a:cubicBezTo>
                    <a:cubicBezTo>
                      <a:pt x="84" y="156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77"/>
                    </a:cubicBezTo>
                    <a:cubicBezTo>
                      <a:pt x="1" y="572"/>
                      <a:pt x="12" y="656"/>
                      <a:pt x="48" y="727"/>
                    </a:cubicBezTo>
                    <a:cubicBezTo>
                      <a:pt x="72" y="811"/>
                      <a:pt x="120" y="870"/>
                      <a:pt x="191" y="918"/>
                    </a:cubicBezTo>
                    <a:cubicBezTo>
                      <a:pt x="251" y="965"/>
                      <a:pt x="334" y="989"/>
                      <a:pt x="441" y="989"/>
                    </a:cubicBezTo>
                    <a:lnTo>
                      <a:pt x="489" y="989"/>
                    </a:lnTo>
                    <a:cubicBezTo>
                      <a:pt x="512" y="977"/>
                      <a:pt x="524" y="977"/>
                      <a:pt x="524" y="977"/>
                    </a:cubicBezTo>
                    <a:lnTo>
                      <a:pt x="524" y="799"/>
                    </a:lnTo>
                    <a:lnTo>
                      <a:pt x="441" y="799"/>
                    </a:lnTo>
                    <a:cubicBezTo>
                      <a:pt x="393" y="799"/>
                      <a:pt x="346" y="787"/>
                      <a:pt x="298" y="763"/>
                    </a:cubicBezTo>
                    <a:cubicBezTo>
                      <a:pt x="262" y="739"/>
                      <a:pt x="227" y="703"/>
                      <a:pt x="203" y="668"/>
                    </a:cubicBezTo>
                    <a:cubicBezTo>
                      <a:pt x="179" y="620"/>
                      <a:pt x="155" y="561"/>
                      <a:pt x="155" y="489"/>
                    </a:cubicBezTo>
                    <a:cubicBezTo>
                      <a:pt x="155" y="418"/>
                      <a:pt x="167" y="370"/>
                      <a:pt x="191" y="322"/>
                    </a:cubicBezTo>
                    <a:cubicBezTo>
                      <a:pt x="215" y="287"/>
                      <a:pt x="239" y="263"/>
                      <a:pt x="274" y="239"/>
                    </a:cubicBezTo>
                    <a:cubicBezTo>
                      <a:pt x="310" y="215"/>
                      <a:pt x="358" y="203"/>
                      <a:pt x="393" y="203"/>
                    </a:cubicBezTo>
                    <a:cubicBezTo>
                      <a:pt x="465" y="203"/>
                      <a:pt x="524" y="227"/>
                      <a:pt x="584" y="263"/>
                    </a:cubicBezTo>
                    <a:cubicBezTo>
                      <a:pt x="643" y="299"/>
                      <a:pt x="691" y="346"/>
                      <a:pt x="739" y="394"/>
                    </a:cubicBezTo>
                    <a:cubicBezTo>
                      <a:pt x="786" y="453"/>
                      <a:pt x="834" y="525"/>
                      <a:pt x="882" y="596"/>
                    </a:cubicBezTo>
                    <a:cubicBezTo>
                      <a:pt x="929" y="644"/>
                      <a:pt x="965" y="692"/>
                      <a:pt x="1001" y="739"/>
                    </a:cubicBezTo>
                    <a:cubicBezTo>
                      <a:pt x="1036" y="787"/>
                      <a:pt x="1084" y="834"/>
                      <a:pt x="1120" y="870"/>
                    </a:cubicBezTo>
                    <a:cubicBezTo>
                      <a:pt x="1167" y="918"/>
                      <a:pt x="1203" y="942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53" name="Google Shape;893;p38">
                <a:extLst>
                  <a:ext uri="{FF2B5EF4-FFF2-40B4-BE49-F238E27FC236}">
                    <a16:creationId xmlns:a16="http://schemas.microsoft.com/office/drawing/2014/main" id="{7A1532C9-7F5F-582E-4DDF-0D4679C527D0}"/>
                  </a:ext>
                </a:extLst>
              </p:cNvPr>
              <p:cNvSpPr/>
              <p:nvPr/>
            </p:nvSpPr>
            <p:spPr>
              <a:xfrm>
                <a:off x="2462200" y="7882550"/>
                <a:ext cx="378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13" extrusionOk="0">
                    <a:moveTo>
                      <a:pt x="810" y="191"/>
                    </a:moveTo>
                    <a:cubicBezTo>
                      <a:pt x="929" y="191"/>
                      <a:pt x="1024" y="203"/>
                      <a:pt x="1108" y="227"/>
                    </a:cubicBezTo>
                    <a:cubicBezTo>
                      <a:pt x="1191" y="239"/>
                      <a:pt x="1251" y="274"/>
                      <a:pt x="1286" y="310"/>
                    </a:cubicBezTo>
                    <a:cubicBezTo>
                      <a:pt x="1334" y="358"/>
                      <a:pt x="1358" y="417"/>
                      <a:pt x="1358" y="501"/>
                    </a:cubicBezTo>
                    <a:cubicBezTo>
                      <a:pt x="1358" y="584"/>
                      <a:pt x="1334" y="643"/>
                      <a:pt x="1298" y="691"/>
                    </a:cubicBezTo>
                    <a:cubicBezTo>
                      <a:pt x="1251" y="739"/>
                      <a:pt x="1191" y="763"/>
                      <a:pt x="1108" y="786"/>
                    </a:cubicBezTo>
                    <a:cubicBezTo>
                      <a:pt x="1024" y="798"/>
                      <a:pt x="929" y="810"/>
                      <a:pt x="810" y="810"/>
                    </a:cubicBezTo>
                    <a:lnTo>
                      <a:pt x="715" y="810"/>
                    </a:lnTo>
                    <a:cubicBezTo>
                      <a:pt x="584" y="810"/>
                      <a:pt x="489" y="798"/>
                      <a:pt x="405" y="786"/>
                    </a:cubicBezTo>
                    <a:cubicBezTo>
                      <a:pt x="322" y="774"/>
                      <a:pt x="262" y="739"/>
                      <a:pt x="227" y="691"/>
                    </a:cubicBezTo>
                    <a:cubicBezTo>
                      <a:pt x="179" y="643"/>
                      <a:pt x="167" y="584"/>
                      <a:pt x="167" y="501"/>
                    </a:cubicBezTo>
                    <a:cubicBezTo>
                      <a:pt x="167" y="417"/>
                      <a:pt x="179" y="358"/>
                      <a:pt x="227" y="310"/>
                    </a:cubicBezTo>
                    <a:cubicBezTo>
                      <a:pt x="262" y="274"/>
                      <a:pt x="322" y="239"/>
                      <a:pt x="405" y="227"/>
                    </a:cubicBezTo>
                    <a:cubicBezTo>
                      <a:pt x="489" y="203"/>
                      <a:pt x="584" y="191"/>
                      <a:pt x="715" y="191"/>
                    </a:cubicBezTo>
                    <a:close/>
                    <a:moveTo>
                      <a:pt x="763" y="1"/>
                    </a:moveTo>
                    <a:cubicBezTo>
                      <a:pt x="608" y="1"/>
                      <a:pt x="489" y="12"/>
                      <a:pt x="393" y="36"/>
                    </a:cubicBezTo>
                    <a:cubicBezTo>
                      <a:pt x="298" y="60"/>
                      <a:pt x="215" y="96"/>
                      <a:pt x="155" y="131"/>
                    </a:cubicBezTo>
                    <a:cubicBezTo>
                      <a:pt x="108" y="179"/>
                      <a:pt x="60" y="227"/>
                      <a:pt x="36" y="286"/>
                    </a:cubicBezTo>
                    <a:cubicBezTo>
                      <a:pt x="12" y="358"/>
                      <a:pt x="1" y="429"/>
                      <a:pt x="1" y="501"/>
                    </a:cubicBezTo>
                    <a:cubicBezTo>
                      <a:pt x="1" y="584"/>
                      <a:pt x="12" y="655"/>
                      <a:pt x="36" y="715"/>
                    </a:cubicBezTo>
                    <a:cubicBezTo>
                      <a:pt x="60" y="774"/>
                      <a:pt x="108" y="834"/>
                      <a:pt x="155" y="870"/>
                    </a:cubicBezTo>
                    <a:cubicBezTo>
                      <a:pt x="215" y="917"/>
                      <a:pt x="298" y="953"/>
                      <a:pt x="393" y="977"/>
                    </a:cubicBezTo>
                    <a:cubicBezTo>
                      <a:pt x="489" y="1001"/>
                      <a:pt x="608" y="1013"/>
                      <a:pt x="763" y="1013"/>
                    </a:cubicBezTo>
                    <a:cubicBezTo>
                      <a:pt x="905" y="1013"/>
                      <a:pt x="1024" y="1001"/>
                      <a:pt x="1120" y="977"/>
                    </a:cubicBezTo>
                    <a:cubicBezTo>
                      <a:pt x="1215" y="953"/>
                      <a:pt x="1298" y="917"/>
                      <a:pt x="1358" y="870"/>
                    </a:cubicBezTo>
                    <a:cubicBezTo>
                      <a:pt x="1405" y="834"/>
                      <a:pt x="1453" y="774"/>
                      <a:pt x="1477" y="715"/>
                    </a:cubicBezTo>
                    <a:cubicBezTo>
                      <a:pt x="1501" y="655"/>
                      <a:pt x="1513" y="584"/>
                      <a:pt x="1513" y="501"/>
                    </a:cubicBezTo>
                    <a:cubicBezTo>
                      <a:pt x="1513" y="417"/>
                      <a:pt x="1501" y="346"/>
                      <a:pt x="1477" y="286"/>
                    </a:cubicBezTo>
                    <a:cubicBezTo>
                      <a:pt x="1453" y="227"/>
                      <a:pt x="1405" y="179"/>
                      <a:pt x="1358" y="131"/>
                    </a:cubicBezTo>
                    <a:cubicBezTo>
                      <a:pt x="1298" y="96"/>
                      <a:pt x="1215" y="60"/>
                      <a:pt x="1120" y="36"/>
                    </a:cubicBezTo>
                    <a:cubicBezTo>
                      <a:pt x="1024" y="12"/>
                      <a:pt x="905" y="1"/>
                      <a:pt x="7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54" name="Google Shape;894;p38">
                <a:extLst>
                  <a:ext uri="{FF2B5EF4-FFF2-40B4-BE49-F238E27FC236}">
                    <a16:creationId xmlns:a16="http://schemas.microsoft.com/office/drawing/2014/main" id="{B080A5B9-784A-E4FF-4813-C84149261966}"/>
                  </a:ext>
                </a:extLst>
              </p:cNvPr>
              <p:cNvSpPr/>
              <p:nvPr/>
            </p:nvSpPr>
            <p:spPr>
              <a:xfrm>
                <a:off x="2462200" y="7851900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1310" y="0"/>
                    </a:moveTo>
                    <a:lnTo>
                      <a:pt x="1310" y="774"/>
                    </a:lnTo>
                    <a:cubicBezTo>
                      <a:pt x="1274" y="774"/>
                      <a:pt x="1251" y="750"/>
                      <a:pt x="1215" y="715"/>
                    </a:cubicBezTo>
                    <a:cubicBezTo>
                      <a:pt x="1179" y="691"/>
                      <a:pt x="1144" y="655"/>
                      <a:pt x="1108" y="607"/>
                    </a:cubicBezTo>
                    <a:cubicBezTo>
                      <a:pt x="1072" y="560"/>
                      <a:pt x="1048" y="512"/>
                      <a:pt x="1013" y="476"/>
                    </a:cubicBezTo>
                    <a:cubicBezTo>
                      <a:pt x="965" y="405"/>
                      <a:pt x="929" y="345"/>
                      <a:pt x="882" y="286"/>
                    </a:cubicBezTo>
                    <a:cubicBezTo>
                      <a:pt x="834" y="238"/>
                      <a:pt x="798" y="191"/>
                      <a:pt x="751" y="143"/>
                    </a:cubicBezTo>
                    <a:cubicBezTo>
                      <a:pt x="703" y="107"/>
                      <a:pt x="643" y="72"/>
                      <a:pt x="596" y="48"/>
                    </a:cubicBezTo>
                    <a:cubicBezTo>
                      <a:pt x="536" y="24"/>
                      <a:pt x="477" y="12"/>
                      <a:pt x="405" y="12"/>
                    </a:cubicBezTo>
                    <a:cubicBezTo>
                      <a:pt x="358" y="12"/>
                      <a:pt x="310" y="24"/>
                      <a:pt x="251" y="36"/>
                    </a:cubicBezTo>
                    <a:cubicBezTo>
                      <a:pt x="203" y="60"/>
                      <a:pt x="167" y="84"/>
                      <a:pt x="120" y="119"/>
                    </a:cubicBezTo>
                    <a:cubicBezTo>
                      <a:pt x="84" y="167"/>
                      <a:pt x="60" y="214"/>
                      <a:pt x="36" y="274"/>
                    </a:cubicBezTo>
                    <a:cubicBezTo>
                      <a:pt x="12" y="322"/>
                      <a:pt x="1" y="393"/>
                      <a:pt x="1" y="476"/>
                    </a:cubicBezTo>
                    <a:cubicBezTo>
                      <a:pt x="1" y="572"/>
                      <a:pt x="12" y="655"/>
                      <a:pt x="48" y="726"/>
                    </a:cubicBezTo>
                    <a:cubicBezTo>
                      <a:pt x="72" y="810"/>
                      <a:pt x="120" y="869"/>
                      <a:pt x="191" y="917"/>
                    </a:cubicBezTo>
                    <a:cubicBezTo>
                      <a:pt x="251" y="965"/>
                      <a:pt x="334" y="988"/>
                      <a:pt x="441" y="988"/>
                    </a:cubicBezTo>
                    <a:lnTo>
                      <a:pt x="489" y="988"/>
                    </a:lnTo>
                    <a:cubicBezTo>
                      <a:pt x="512" y="988"/>
                      <a:pt x="524" y="976"/>
                      <a:pt x="524" y="976"/>
                    </a:cubicBezTo>
                    <a:lnTo>
                      <a:pt x="524" y="798"/>
                    </a:lnTo>
                    <a:lnTo>
                      <a:pt x="441" y="798"/>
                    </a:lnTo>
                    <a:cubicBezTo>
                      <a:pt x="393" y="798"/>
                      <a:pt x="346" y="786"/>
                      <a:pt x="298" y="762"/>
                    </a:cubicBezTo>
                    <a:cubicBezTo>
                      <a:pt x="262" y="750"/>
                      <a:pt x="227" y="715"/>
                      <a:pt x="203" y="667"/>
                    </a:cubicBezTo>
                    <a:cubicBezTo>
                      <a:pt x="179" y="619"/>
                      <a:pt x="155" y="560"/>
                      <a:pt x="155" y="488"/>
                    </a:cubicBezTo>
                    <a:cubicBezTo>
                      <a:pt x="155" y="429"/>
                      <a:pt x="167" y="369"/>
                      <a:pt x="191" y="334"/>
                    </a:cubicBezTo>
                    <a:cubicBezTo>
                      <a:pt x="215" y="286"/>
                      <a:pt x="239" y="262"/>
                      <a:pt x="274" y="238"/>
                    </a:cubicBezTo>
                    <a:cubicBezTo>
                      <a:pt x="310" y="214"/>
                      <a:pt x="358" y="203"/>
                      <a:pt x="393" y="203"/>
                    </a:cubicBezTo>
                    <a:cubicBezTo>
                      <a:pt x="465" y="203"/>
                      <a:pt x="524" y="226"/>
                      <a:pt x="584" y="262"/>
                    </a:cubicBezTo>
                    <a:cubicBezTo>
                      <a:pt x="643" y="298"/>
                      <a:pt x="691" y="345"/>
                      <a:pt x="739" y="405"/>
                    </a:cubicBezTo>
                    <a:cubicBezTo>
                      <a:pt x="786" y="465"/>
                      <a:pt x="834" y="524"/>
                      <a:pt x="882" y="595"/>
                    </a:cubicBezTo>
                    <a:cubicBezTo>
                      <a:pt x="929" y="643"/>
                      <a:pt x="965" y="691"/>
                      <a:pt x="1001" y="738"/>
                    </a:cubicBezTo>
                    <a:cubicBezTo>
                      <a:pt x="1036" y="798"/>
                      <a:pt x="1084" y="834"/>
                      <a:pt x="1120" y="881"/>
                    </a:cubicBezTo>
                    <a:cubicBezTo>
                      <a:pt x="1167" y="917"/>
                      <a:pt x="1203" y="941"/>
                      <a:pt x="1263" y="976"/>
                    </a:cubicBezTo>
                    <a:cubicBezTo>
                      <a:pt x="1310" y="988"/>
                      <a:pt x="1358" y="1000"/>
                      <a:pt x="1417" y="1000"/>
                    </a:cubicBezTo>
                    <a:lnTo>
                      <a:pt x="1477" y="1000"/>
                    </a:lnTo>
                    <a:lnTo>
                      <a:pt x="14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55" name="Google Shape;895;p38">
                <a:extLst>
                  <a:ext uri="{FF2B5EF4-FFF2-40B4-BE49-F238E27FC236}">
                    <a16:creationId xmlns:a16="http://schemas.microsoft.com/office/drawing/2014/main" id="{EF5F05FB-2E68-72D1-7B66-815EE730634E}"/>
                  </a:ext>
                </a:extLst>
              </p:cNvPr>
              <p:cNvSpPr/>
              <p:nvPr/>
            </p:nvSpPr>
            <p:spPr>
              <a:xfrm>
                <a:off x="2462200" y="7821825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405" y="1"/>
                    </a:moveTo>
                    <a:cubicBezTo>
                      <a:pt x="358" y="1"/>
                      <a:pt x="310" y="13"/>
                      <a:pt x="251" y="24"/>
                    </a:cubicBezTo>
                    <a:cubicBezTo>
                      <a:pt x="203" y="48"/>
                      <a:pt x="167" y="72"/>
                      <a:pt x="120" y="120"/>
                    </a:cubicBezTo>
                    <a:cubicBezTo>
                      <a:pt x="84" y="155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65"/>
                    </a:cubicBezTo>
                    <a:cubicBezTo>
                      <a:pt x="1" y="560"/>
                      <a:pt x="12" y="644"/>
                      <a:pt x="48" y="727"/>
                    </a:cubicBezTo>
                    <a:cubicBezTo>
                      <a:pt x="72" y="798"/>
                      <a:pt x="120" y="858"/>
                      <a:pt x="191" y="906"/>
                    </a:cubicBezTo>
                    <a:cubicBezTo>
                      <a:pt x="251" y="953"/>
                      <a:pt x="334" y="977"/>
                      <a:pt x="441" y="977"/>
                    </a:cubicBezTo>
                    <a:lnTo>
                      <a:pt x="524" y="977"/>
                    </a:lnTo>
                    <a:lnTo>
                      <a:pt x="524" y="786"/>
                    </a:lnTo>
                    <a:lnTo>
                      <a:pt x="441" y="786"/>
                    </a:lnTo>
                    <a:cubicBezTo>
                      <a:pt x="393" y="786"/>
                      <a:pt x="346" y="775"/>
                      <a:pt x="298" y="751"/>
                    </a:cubicBezTo>
                    <a:cubicBezTo>
                      <a:pt x="262" y="739"/>
                      <a:pt x="227" y="703"/>
                      <a:pt x="203" y="656"/>
                    </a:cubicBezTo>
                    <a:cubicBezTo>
                      <a:pt x="179" y="608"/>
                      <a:pt x="155" y="548"/>
                      <a:pt x="155" y="477"/>
                    </a:cubicBezTo>
                    <a:cubicBezTo>
                      <a:pt x="155" y="417"/>
                      <a:pt x="167" y="358"/>
                      <a:pt x="191" y="322"/>
                    </a:cubicBezTo>
                    <a:cubicBezTo>
                      <a:pt x="215" y="275"/>
                      <a:pt x="239" y="251"/>
                      <a:pt x="274" y="227"/>
                    </a:cubicBezTo>
                    <a:cubicBezTo>
                      <a:pt x="310" y="203"/>
                      <a:pt x="358" y="203"/>
                      <a:pt x="393" y="203"/>
                    </a:cubicBezTo>
                    <a:cubicBezTo>
                      <a:pt x="465" y="203"/>
                      <a:pt x="524" y="215"/>
                      <a:pt x="584" y="251"/>
                    </a:cubicBezTo>
                    <a:cubicBezTo>
                      <a:pt x="643" y="286"/>
                      <a:pt x="691" y="334"/>
                      <a:pt x="739" y="394"/>
                    </a:cubicBezTo>
                    <a:cubicBezTo>
                      <a:pt x="786" y="453"/>
                      <a:pt x="834" y="513"/>
                      <a:pt x="882" y="584"/>
                    </a:cubicBezTo>
                    <a:cubicBezTo>
                      <a:pt x="929" y="632"/>
                      <a:pt x="965" y="691"/>
                      <a:pt x="1001" y="739"/>
                    </a:cubicBezTo>
                    <a:cubicBezTo>
                      <a:pt x="1036" y="786"/>
                      <a:pt x="1084" y="834"/>
                      <a:pt x="1120" y="870"/>
                    </a:cubicBezTo>
                    <a:cubicBezTo>
                      <a:pt x="1167" y="906"/>
                      <a:pt x="1203" y="941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lnTo>
                      <a:pt x="1310" y="1"/>
                    </a:lnTo>
                    <a:lnTo>
                      <a:pt x="1310" y="775"/>
                    </a:lnTo>
                    <a:cubicBezTo>
                      <a:pt x="1274" y="763"/>
                      <a:pt x="1251" y="739"/>
                      <a:pt x="1215" y="715"/>
                    </a:cubicBezTo>
                    <a:cubicBezTo>
                      <a:pt x="1179" y="679"/>
                      <a:pt x="1144" y="644"/>
                      <a:pt x="1108" y="596"/>
                    </a:cubicBezTo>
                    <a:cubicBezTo>
                      <a:pt x="1072" y="548"/>
                      <a:pt x="1048" y="513"/>
                      <a:pt x="1013" y="465"/>
                    </a:cubicBezTo>
                    <a:cubicBezTo>
                      <a:pt x="965" y="394"/>
                      <a:pt x="929" y="334"/>
                      <a:pt x="882" y="286"/>
                    </a:cubicBezTo>
                    <a:cubicBezTo>
                      <a:pt x="834" y="227"/>
                      <a:pt x="798" y="179"/>
                      <a:pt x="751" y="132"/>
                    </a:cubicBezTo>
                    <a:cubicBezTo>
                      <a:pt x="703" y="96"/>
                      <a:pt x="643" y="60"/>
                      <a:pt x="596" y="36"/>
                    </a:cubicBezTo>
                    <a:cubicBezTo>
                      <a:pt x="536" y="13"/>
                      <a:pt x="477" y="1"/>
                      <a:pt x="4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56" name="Google Shape;896;p38">
                <a:extLst>
                  <a:ext uri="{FF2B5EF4-FFF2-40B4-BE49-F238E27FC236}">
                    <a16:creationId xmlns:a16="http://schemas.microsoft.com/office/drawing/2014/main" id="{B7648F94-256A-0693-4228-3F36E5C89238}"/>
                  </a:ext>
                </a:extLst>
              </p:cNvPr>
              <p:cNvSpPr/>
              <p:nvPr/>
            </p:nvSpPr>
            <p:spPr>
              <a:xfrm>
                <a:off x="2462800" y="7781650"/>
                <a:ext cx="366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906" extrusionOk="0">
                    <a:moveTo>
                      <a:pt x="1298" y="0"/>
                    </a:moveTo>
                    <a:lnTo>
                      <a:pt x="1298" y="346"/>
                    </a:lnTo>
                    <a:lnTo>
                      <a:pt x="0" y="346"/>
                    </a:lnTo>
                    <a:lnTo>
                      <a:pt x="0" y="429"/>
                    </a:lnTo>
                    <a:cubicBezTo>
                      <a:pt x="36" y="477"/>
                      <a:pt x="72" y="524"/>
                      <a:pt x="96" y="572"/>
                    </a:cubicBezTo>
                    <a:cubicBezTo>
                      <a:pt x="119" y="631"/>
                      <a:pt x="143" y="679"/>
                      <a:pt x="155" y="739"/>
                    </a:cubicBezTo>
                    <a:cubicBezTo>
                      <a:pt x="167" y="798"/>
                      <a:pt x="167" y="846"/>
                      <a:pt x="179" y="905"/>
                    </a:cubicBezTo>
                    <a:lnTo>
                      <a:pt x="298" y="905"/>
                    </a:lnTo>
                    <a:lnTo>
                      <a:pt x="298" y="536"/>
                    </a:lnTo>
                    <a:lnTo>
                      <a:pt x="1298" y="536"/>
                    </a:lnTo>
                    <a:lnTo>
                      <a:pt x="1298" y="893"/>
                    </a:lnTo>
                    <a:lnTo>
                      <a:pt x="1465" y="893"/>
                    </a:lnTo>
                    <a:lnTo>
                      <a:pt x="146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57" name="Google Shape;897;p38">
                <a:extLst>
                  <a:ext uri="{FF2B5EF4-FFF2-40B4-BE49-F238E27FC236}">
                    <a16:creationId xmlns:a16="http://schemas.microsoft.com/office/drawing/2014/main" id="{1D44C09C-1DE3-E1CA-68BA-BACE57B14C70}"/>
                  </a:ext>
                </a:extLst>
              </p:cNvPr>
              <p:cNvSpPr/>
              <p:nvPr/>
            </p:nvSpPr>
            <p:spPr>
              <a:xfrm>
                <a:off x="2462200" y="7752175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405" y="1"/>
                    </a:moveTo>
                    <a:cubicBezTo>
                      <a:pt x="358" y="1"/>
                      <a:pt x="310" y="13"/>
                      <a:pt x="251" y="36"/>
                    </a:cubicBezTo>
                    <a:cubicBezTo>
                      <a:pt x="203" y="48"/>
                      <a:pt x="167" y="84"/>
                      <a:pt x="120" y="120"/>
                    </a:cubicBezTo>
                    <a:cubicBezTo>
                      <a:pt x="84" y="155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65"/>
                    </a:cubicBezTo>
                    <a:cubicBezTo>
                      <a:pt x="1" y="560"/>
                      <a:pt x="12" y="644"/>
                      <a:pt x="48" y="727"/>
                    </a:cubicBezTo>
                    <a:cubicBezTo>
                      <a:pt x="72" y="798"/>
                      <a:pt x="120" y="870"/>
                      <a:pt x="191" y="905"/>
                    </a:cubicBezTo>
                    <a:cubicBezTo>
                      <a:pt x="251" y="953"/>
                      <a:pt x="334" y="977"/>
                      <a:pt x="441" y="977"/>
                    </a:cubicBezTo>
                    <a:lnTo>
                      <a:pt x="524" y="977"/>
                    </a:lnTo>
                    <a:lnTo>
                      <a:pt x="524" y="786"/>
                    </a:lnTo>
                    <a:lnTo>
                      <a:pt x="441" y="786"/>
                    </a:lnTo>
                    <a:cubicBezTo>
                      <a:pt x="393" y="786"/>
                      <a:pt x="346" y="775"/>
                      <a:pt x="298" y="763"/>
                    </a:cubicBezTo>
                    <a:cubicBezTo>
                      <a:pt x="262" y="739"/>
                      <a:pt x="227" y="703"/>
                      <a:pt x="203" y="655"/>
                    </a:cubicBezTo>
                    <a:cubicBezTo>
                      <a:pt x="179" y="620"/>
                      <a:pt x="155" y="548"/>
                      <a:pt x="155" y="477"/>
                    </a:cubicBezTo>
                    <a:cubicBezTo>
                      <a:pt x="155" y="417"/>
                      <a:pt x="167" y="370"/>
                      <a:pt x="191" y="322"/>
                    </a:cubicBezTo>
                    <a:cubicBezTo>
                      <a:pt x="215" y="286"/>
                      <a:pt x="239" y="251"/>
                      <a:pt x="274" y="227"/>
                    </a:cubicBezTo>
                    <a:cubicBezTo>
                      <a:pt x="310" y="215"/>
                      <a:pt x="358" y="203"/>
                      <a:pt x="393" y="203"/>
                    </a:cubicBezTo>
                    <a:cubicBezTo>
                      <a:pt x="465" y="203"/>
                      <a:pt x="524" y="215"/>
                      <a:pt x="584" y="251"/>
                    </a:cubicBezTo>
                    <a:cubicBezTo>
                      <a:pt x="643" y="286"/>
                      <a:pt x="691" y="334"/>
                      <a:pt x="739" y="394"/>
                    </a:cubicBezTo>
                    <a:cubicBezTo>
                      <a:pt x="786" y="453"/>
                      <a:pt x="834" y="513"/>
                      <a:pt x="882" y="584"/>
                    </a:cubicBezTo>
                    <a:cubicBezTo>
                      <a:pt x="929" y="632"/>
                      <a:pt x="965" y="691"/>
                      <a:pt x="1001" y="739"/>
                    </a:cubicBezTo>
                    <a:cubicBezTo>
                      <a:pt x="1036" y="786"/>
                      <a:pt x="1084" y="834"/>
                      <a:pt x="1120" y="870"/>
                    </a:cubicBezTo>
                    <a:cubicBezTo>
                      <a:pt x="1167" y="905"/>
                      <a:pt x="1203" y="941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lnTo>
                      <a:pt x="1310" y="1"/>
                    </a:lnTo>
                    <a:lnTo>
                      <a:pt x="1310" y="775"/>
                    </a:lnTo>
                    <a:cubicBezTo>
                      <a:pt x="1274" y="763"/>
                      <a:pt x="1251" y="739"/>
                      <a:pt x="1215" y="715"/>
                    </a:cubicBezTo>
                    <a:cubicBezTo>
                      <a:pt x="1179" y="679"/>
                      <a:pt x="1144" y="644"/>
                      <a:pt x="1108" y="596"/>
                    </a:cubicBezTo>
                    <a:cubicBezTo>
                      <a:pt x="1072" y="560"/>
                      <a:pt x="1048" y="513"/>
                      <a:pt x="1013" y="465"/>
                    </a:cubicBezTo>
                    <a:cubicBezTo>
                      <a:pt x="965" y="405"/>
                      <a:pt x="929" y="346"/>
                      <a:pt x="882" y="286"/>
                    </a:cubicBezTo>
                    <a:cubicBezTo>
                      <a:pt x="834" y="227"/>
                      <a:pt x="798" y="179"/>
                      <a:pt x="751" y="143"/>
                    </a:cubicBezTo>
                    <a:cubicBezTo>
                      <a:pt x="703" y="96"/>
                      <a:pt x="643" y="60"/>
                      <a:pt x="596" y="36"/>
                    </a:cubicBezTo>
                    <a:cubicBezTo>
                      <a:pt x="536" y="13"/>
                      <a:pt x="477" y="1"/>
                      <a:pt x="4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58" name="Google Shape;898;p38">
                <a:extLst>
                  <a:ext uri="{FF2B5EF4-FFF2-40B4-BE49-F238E27FC236}">
                    <a16:creationId xmlns:a16="http://schemas.microsoft.com/office/drawing/2014/main" id="{414A79BD-670A-0CBE-973F-F15E3A86E14E}"/>
                  </a:ext>
                </a:extLst>
              </p:cNvPr>
              <p:cNvSpPr/>
              <p:nvPr/>
            </p:nvSpPr>
            <p:spPr>
              <a:xfrm>
                <a:off x="2462200" y="77215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1096" y="0"/>
                    </a:moveTo>
                    <a:cubicBezTo>
                      <a:pt x="1001" y="0"/>
                      <a:pt x="917" y="24"/>
                      <a:pt x="858" y="84"/>
                    </a:cubicBezTo>
                    <a:cubicBezTo>
                      <a:pt x="798" y="131"/>
                      <a:pt x="763" y="203"/>
                      <a:pt x="739" y="274"/>
                    </a:cubicBezTo>
                    <a:lnTo>
                      <a:pt x="727" y="274"/>
                    </a:lnTo>
                    <a:cubicBezTo>
                      <a:pt x="715" y="238"/>
                      <a:pt x="691" y="191"/>
                      <a:pt x="655" y="155"/>
                    </a:cubicBezTo>
                    <a:cubicBezTo>
                      <a:pt x="632" y="119"/>
                      <a:pt x="596" y="96"/>
                      <a:pt x="548" y="72"/>
                    </a:cubicBezTo>
                    <a:cubicBezTo>
                      <a:pt x="512" y="48"/>
                      <a:pt x="453" y="36"/>
                      <a:pt x="393" y="36"/>
                    </a:cubicBezTo>
                    <a:cubicBezTo>
                      <a:pt x="310" y="36"/>
                      <a:pt x="239" y="48"/>
                      <a:pt x="179" y="96"/>
                    </a:cubicBezTo>
                    <a:cubicBezTo>
                      <a:pt x="120" y="131"/>
                      <a:pt x="84" y="191"/>
                      <a:pt x="48" y="262"/>
                    </a:cubicBezTo>
                    <a:cubicBezTo>
                      <a:pt x="24" y="334"/>
                      <a:pt x="1" y="417"/>
                      <a:pt x="1" y="512"/>
                    </a:cubicBezTo>
                    <a:cubicBezTo>
                      <a:pt x="1" y="607"/>
                      <a:pt x="24" y="691"/>
                      <a:pt x="60" y="762"/>
                    </a:cubicBezTo>
                    <a:cubicBezTo>
                      <a:pt x="84" y="834"/>
                      <a:pt x="131" y="893"/>
                      <a:pt x="191" y="929"/>
                    </a:cubicBezTo>
                    <a:cubicBezTo>
                      <a:pt x="262" y="977"/>
                      <a:pt x="334" y="1000"/>
                      <a:pt x="405" y="1000"/>
                    </a:cubicBezTo>
                    <a:lnTo>
                      <a:pt x="453" y="1000"/>
                    </a:lnTo>
                    <a:lnTo>
                      <a:pt x="453" y="810"/>
                    </a:lnTo>
                    <a:lnTo>
                      <a:pt x="417" y="810"/>
                    </a:lnTo>
                    <a:cubicBezTo>
                      <a:pt x="358" y="810"/>
                      <a:pt x="310" y="798"/>
                      <a:pt x="274" y="762"/>
                    </a:cubicBezTo>
                    <a:cubicBezTo>
                      <a:pt x="239" y="738"/>
                      <a:pt x="203" y="703"/>
                      <a:pt x="191" y="655"/>
                    </a:cubicBezTo>
                    <a:cubicBezTo>
                      <a:pt x="167" y="607"/>
                      <a:pt x="155" y="560"/>
                      <a:pt x="155" y="500"/>
                    </a:cubicBezTo>
                    <a:cubicBezTo>
                      <a:pt x="155" y="453"/>
                      <a:pt x="167" y="405"/>
                      <a:pt x="191" y="369"/>
                    </a:cubicBezTo>
                    <a:cubicBezTo>
                      <a:pt x="203" y="322"/>
                      <a:pt x="227" y="286"/>
                      <a:pt x="262" y="262"/>
                    </a:cubicBezTo>
                    <a:cubicBezTo>
                      <a:pt x="298" y="238"/>
                      <a:pt x="346" y="226"/>
                      <a:pt x="405" y="226"/>
                    </a:cubicBezTo>
                    <a:cubicBezTo>
                      <a:pt x="465" y="226"/>
                      <a:pt x="512" y="238"/>
                      <a:pt x="560" y="274"/>
                    </a:cubicBezTo>
                    <a:cubicBezTo>
                      <a:pt x="596" y="298"/>
                      <a:pt x="620" y="334"/>
                      <a:pt x="643" y="381"/>
                    </a:cubicBezTo>
                    <a:cubicBezTo>
                      <a:pt x="655" y="429"/>
                      <a:pt x="667" y="477"/>
                      <a:pt x="667" y="524"/>
                    </a:cubicBezTo>
                    <a:lnTo>
                      <a:pt x="667" y="691"/>
                    </a:lnTo>
                    <a:lnTo>
                      <a:pt x="822" y="691"/>
                    </a:lnTo>
                    <a:lnTo>
                      <a:pt x="822" y="536"/>
                    </a:lnTo>
                    <a:cubicBezTo>
                      <a:pt x="822" y="477"/>
                      <a:pt x="822" y="417"/>
                      <a:pt x="846" y="369"/>
                    </a:cubicBezTo>
                    <a:cubicBezTo>
                      <a:pt x="858" y="322"/>
                      <a:pt x="882" y="274"/>
                      <a:pt x="917" y="238"/>
                    </a:cubicBezTo>
                    <a:cubicBezTo>
                      <a:pt x="953" y="215"/>
                      <a:pt x="1013" y="191"/>
                      <a:pt x="1084" y="191"/>
                    </a:cubicBezTo>
                    <a:cubicBezTo>
                      <a:pt x="1179" y="191"/>
                      <a:pt x="1239" y="226"/>
                      <a:pt x="1286" y="286"/>
                    </a:cubicBezTo>
                    <a:cubicBezTo>
                      <a:pt x="1334" y="346"/>
                      <a:pt x="1358" y="429"/>
                      <a:pt x="1358" y="524"/>
                    </a:cubicBezTo>
                    <a:cubicBezTo>
                      <a:pt x="1358" y="619"/>
                      <a:pt x="1334" y="703"/>
                      <a:pt x="1286" y="750"/>
                    </a:cubicBezTo>
                    <a:cubicBezTo>
                      <a:pt x="1239" y="810"/>
                      <a:pt x="1167" y="834"/>
                      <a:pt x="1084" y="834"/>
                    </a:cubicBezTo>
                    <a:lnTo>
                      <a:pt x="1048" y="834"/>
                    </a:lnTo>
                    <a:lnTo>
                      <a:pt x="1048" y="1024"/>
                    </a:lnTo>
                    <a:lnTo>
                      <a:pt x="1084" y="1024"/>
                    </a:lnTo>
                    <a:cubicBezTo>
                      <a:pt x="1167" y="1024"/>
                      <a:pt x="1251" y="1012"/>
                      <a:pt x="1310" y="965"/>
                    </a:cubicBezTo>
                    <a:cubicBezTo>
                      <a:pt x="1370" y="929"/>
                      <a:pt x="1417" y="869"/>
                      <a:pt x="1453" y="798"/>
                    </a:cubicBezTo>
                    <a:cubicBezTo>
                      <a:pt x="1489" y="715"/>
                      <a:pt x="1513" y="619"/>
                      <a:pt x="1513" y="512"/>
                    </a:cubicBezTo>
                    <a:cubicBezTo>
                      <a:pt x="1513" y="405"/>
                      <a:pt x="1489" y="322"/>
                      <a:pt x="1465" y="250"/>
                    </a:cubicBezTo>
                    <a:cubicBezTo>
                      <a:pt x="1429" y="167"/>
                      <a:pt x="1382" y="107"/>
                      <a:pt x="1322" y="72"/>
                    </a:cubicBezTo>
                    <a:cubicBezTo>
                      <a:pt x="1251" y="24"/>
                      <a:pt x="1179" y="0"/>
                      <a:pt x="10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59" name="Google Shape;899;p38">
                <a:extLst>
                  <a:ext uri="{FF2B5EF4-FFF2-40B4-BE49-F238E27FC236}">
                    <a16:creationId xmlns:a16="http://schemas.microsoft.com/office/drawing/2014/main" id="{82B08B4E-1F3D-5166-1123-0645F1DDD63A}"/>
                  </a:ext>
                </a:extLst>
              </p:cNvPr>
              <p:cNvSpPr/>
              <p:nvPr/>
            </p:nvSpPr>
            <p:spPr>
              <a:xfrm>
                <a:off x="2462200" y="7679550"/>
                <a:ext cx="369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61" extrusionOk="0">
                    <a:moveTo>
                      <a:pt x="965" y="0"/>
                    </a:moveTo>
                    <a:lnTo>
                      <a:pt x="965" y="191"/>
                    </a:lnTo>
                    <a:lnTo>
                      <a:pt x="215" y="191"/>
                    </a:lnTo>
                    <a:lnTo>
                      <a:pt x="215" y="286"/>
                    </a:lnTo>
                    <a:cubicBezTo>
                      <a:pt x="239" y="298"/>
                      <a:pt x="262" y="298"/>
                      <a:pt x="286" y="310"/>
                    </a:cubicBezTo>
                    <a:cubicBezTo>
                      <a:pt x="310" y="310"/>
                      <a:pt x="334" y="322"/>
                      <a:pt x="358" y="334"/>
                    </a:cubicBezTo>
                    <a:lnTo>
                      <a:pt x="441" y="358"/>
                    </a:lnTo>
                    <a:cubicBezTo>
                      <a:pt x="465" y="370"/>
                      <a:pt x="489" y="370"/>
                      <a:pt x="512" y="381"/>
                    </a:cubicBezTo>
                    <a:lnTo>
                      <a:pt x="965" y="381"/>
                    </a:lnTo>
                    <a:lnTo>
                      <a:pt x="965" y="882"/>
                    </a:lnTo>
                    <a:cubicBezTo>
                      <a:pt x="953" y="858"/>
                      <a:pt x="917" y="834"/>
                      <a:pt x="870" y="810"/>
                    </a:cubicBezTo>
                    <a:cubicBezTo>
                      <a:pt x="822" y="786"/>
                      <a:pt x="763" y="751"/>
                      <a:pt x="691" y="727"/>
                    </a:cubicBezTo>
                    <a:cubicBezTo>
                      <a:pt x="632" y="691"/>
                      <a:pt x="560" y="655"/>
                      <a:pt x="477" y="620"/>
                    </a:cubicBezTo>
                    <a:cubicBezTo>
                      <a:pt x="405" y="596"/>
                      <a:pt x="322" y="560"/>
                      <a:pt x="239" y="536"/>
                    </a:cubicBezTo>
                    <a:cubicBezTo>
                      <a:pt x="167" y="512"/>
                      <a:pt x="84" y="489"/>
                      <a:pt x="1" y="465"/>
                    </a:cubicBezTo>
                    <a:lnTo>
                      <a:pt x="1" y="667"/>
                    </a:lnTo>
                    <a:cubicBezTo>
                      <a:pt x="120" y="691"/>
                      <a:pt x="239" y="727"/>
                      <a:pt x="346" y="762"/>
                    </a:cubicBezTo>
                    <a:cubicBezTo>
                      <a:pt x="453" y="798"/>
                      <a:pt x="560" y="846"/>
                      <a:pt x="667" y="893"/>
                    </a:cubicBezTo>
                    <a:cubicBezTo>
                      <a:pt x="763" y="941"/>
                      <a:pt x="870" y="1001"/>
                      <a:pt x="977" y="1060"/>
                    </a:cubicBezTo>
                    <a:lnTo>
                      <a:pt x="1132" y="1060"/>
                    </a:lnTo>
                    <a:lnTo>
                      <a:pt x="1132" y="381"/>
                    </a:lnTo>
                    <a:lnTo>
                      <a:pt x="1477" y="381"/>
                    </a:lnTo>
                    <a:lnTo>
                      <a:pt x="1477" y="191"/>
                    </a:lnTo>
                    <a:lnTo>
                      <a:pt x="1120" y="191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60" name="Google Shape;900;p38">
                <a:extLst>
                  <a:ext uri="{FF2B5EF4-FFF2-40B4-BE49-F238E27FC236}">
                    <a16:creationId xmlns:a16="http://schemas.microsoft.com/office/drawing/2014/main" id="{978F10CD-5F8F-19AE-C0D7-52379F6DA5AC}"/>
                  </a:ext>
                </a:extLst>
              </p:cNvPr>
              <p:cNvSpPr/>
              <p:nvPr/>
            </p:nvSpPr>
            <p:spPr>
              <a:xfrm>
                <a:off x="2462800" y="7649775"/>
                <a:ext cx="372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013" extrusionOk="0">
                    <a:moveTo>
                      <a:pt x="977" y="1"/>
                    </a:moveTo>
                    <a:cubicBezTo>
                      <a:pt x="869" y="1"/>
                      <a:pt x="786" y="25"/>
                      <a:pt x="715" y="60"/>
                    </a:cubicBezTo>
                    <a:cubicBezTo>
                      <a:pt x="643" y="96"/>
                      <a:pt x="596" y="156"/>
                      <a:pt x="560" y="227"/>
                    </a:cubicBezTo>
                    <a:cubicBezTo>
                      <a:pt x="524" y="287"/>
                      <a:pt x="512" y="370"/>
                      <a:pt x="512" y="453"/>
                    </a:cubicBezTo>
                    <a:cubicBezTo>
                      <a:pt x="512" y="501"/>
                      <a:pt x="524" y="549"/>
                      <a:pt x="524" y="584"/>
                    </a:cubicBezTo>
                    <a:cubicBezTo>
                      <a:pt x="536" y="632"/>
                      <a:pt x="560" y="656"/>
                      <a:pt x="572" y="691"/>
                    </a:cubicBezTo>
                    <a:cubicBezTo>
                      <a:pt x="596" y="727"/>
                      <a:pt x="608" y="751"/>
                      <a:pt x="631" y="775"/>
                    </a:cubicBezTo>
                    <a:lnTo>
                      <a:pt x="179" y="739"/>
                    </a:lnTo>
                    <a:lnTo>
                      <a:pt x="179" y="72"/>
                    </a:lnTo>
                    <a:lnTo>
                      <a:pt x="0" y="72"/>
                    </a:lnTo>
                    <a:lnTo>
                      <a:pt x="0" y="906"/>
                    </a:lnTo>
                    <a:lnTo>
                      <a:pt x="810" y="965"/>
                    </a:lnTo>
                    <a:lnTo>
                      <a:pt x="834" y="787"/>
                    </a:lnTo>
                    <a:cubicBezTo>
                      <a:pt x="798" y="763"/>
                      <a:pt x="774" y="739"/>
                      <a:pt x="750" y="715"/>
                    </a:cubicBezTo>
                    <a:cubicBezTo>
                      <a:pt x="727" y="680"/>
                      <a:pt x="703" y="644"/>
                      <a:pt x="691" y="608"/>
                    </a:cubicBezTo>
                    <a:cubicBezTo>
                      <a:pt x="679" y="572"/>
                      <a:pt x="667" y="525"/>
                      <a:pt x="667" y="489"/>
                    </a:cubicBezTo>
                    <a:cubicBezTo>
                      <a:pt x="667" y="429"/>
                      <a:pt x="679" y="382"/>
                      <a:pt x="703" y="334"/>
                    </a:cubicBezTo>
                    <a:cubicBezTo>
                      <a:pt x="727" y="287"/>
                      <a:pt x="762" y="251"/>
                      <a:pt x="810" y="227"/>
                    </a:cubicBezTo>
                    <a:cubicBezTo>
                      <a:pt x="858" y="203"/>
                      <a:pt x="917" y="191"/>
                      <a:pt x="989" y="191"/>
                    </a:cubicBezTo>
                    <a:cubicBezTo>
                      <a:pt x="1060" y="191"/>
                      <a:pt x="1131" y="203"/>
                      <a:pt x="1179" y="239"/>
                    </a:cubicBezTo>
                    <a:cubicBezTo>
                      <a:pt x="1227" y="263"/>
                      <a:pt x="1262" y="299"/>
                      <a:pt x="1286" y="346"/>
                    </a:cubicBezTo>
                    <a:cubicBezTo>
                      <a:pt x="1310" y="394"/>
                      <a:pt x="1322" y="441"/>
                      <a:pt x="1322" y="501"/>
                    </a:cubicBezTo>
                    <a:cubicBezTo>
                      <a:pt x="1322" y="560"/>
                      <a:pt x="1310" y="620"/>
                      <a:pt x="1286" y="668"/>
                    </a:cubicBezTo>
                    <a:cubicBezTo>
                      <a:pt x="1262" y="715"/>
                      <a:pt x="1227" y="751"/>
                      <a:pt x="1179" y="787"/>
                    </a:cubicBezTo>
                    <a:cubicBezTo>
                      <a:pt x="1131" y="810"/>
                      <a:pt x="1072" y="822"/>
                      <a:pt x="1012" y="822"/>
                    </a:cubicBezTo>
                    <a:lnTo>
                      <a:pt x="1012" y="1013"/>
                    </a:lnTo>
                    <a:cubicBezTo>
                      <a:pt x="1108" y="1013"/>
                      <a:pt x="1191" y="989"/>
                      <a:pt x="1262" y="953"/>
                    </a:cubicBezTo>
                    <a:cubicBezTo>
                      <a:pt x="1334" y="906"/>
                      <a:pt x="1393" y="846"/>
                      <a:pt x="1429" y="775"/>
                    </a:cubicBezTo>
                    <a:cubicBezTo>
                      <a:pt x="1465" y="691"/>
                      <a:pt x="1489" y="608"/>
                      <a:pt x="1489" y="501"/>
                    </a:cubicBezTo>
                    <a:cubicBezTo>
                      <a:pt x="1489" y="406"/>
                      <a:pt x="1465" y="310"/>
                      <a:pt x="1429" y="239"/>
                    </a:cubicBezTo>
                    <a:cubicBezTo>
                      <a:pt x="1381" y="168"/>
                      <a:pt x="1322" y="108"/>
                      <a:pt x="1250" y="60"/>
                    </a:cubicBezTo>
                    <a:cubicBezTo>
                      <a:pt x="1179" y="25"/>
                      <a:pt x="1084" y="1"/>
                      <a:pt x="9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61" name="Google Shape;901;p38">
                <a:extLst>
                  <a:ext uri="{FF2B5EF4-FFF2-40B4-BE49-F238E27FC236}">
                    <a16:creationId xmlns:a16="http://schemas.microsoft.com/office/drawing/2014/main" id="{EF59AFEB-56CC-6548-1B61-BC9A4801D145}"/>
                  </a:ext>
                </a:extLst>
              </p:cNvPr>
              <p:cNvSpPr/>
              <p:nvPr/>
            </p:nvSpPr>
            <p:spPr>
              <a:xfrm>
                <a:off x="2462200" y="76191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1024" y="191"/>
                    </a:moveTo>
                    <a:cubicBezTo>
                      <a:pt x="1084" y="191"/>
                      <a:pt x="1132" y="203"/>
                      <a:pt x="1191" y="227"/>
                    </a:cubicBezTo>
                    <a:cubicBezTo>
                      <a:pt x="1239" y="251"/>
                      <a:pt x="1274" y="286"/>
                      <a:pt x="1310" y="334"/>
                    </a:cubicBezTo>
                    <a:cubicBezTo>
                      <a:pt x="1334" y="370"/>
                      <a:pt x="1358" y="429"/>
                      <a:pt x="1358" y="501"/>
                    </a:cubicBezTo>
                    <a:cubicBezTo>
                      <a:pt x="1358" y="572"/>
                      <a:pt x="1334" y="632"/>
                      <a:pt x="1310" y="679"/>
                    </a:cubicBezTo>
                    <a:cubicBezTo>
                      <a:pt x="1274" y="715"/>
                      <a:pt x="1239" y="751"/>
                      <a:pt x="1191" y="774"/>
                    </a:cubicBezTo>
                    <a:cubicBezTo>
                      <a:pt x="1144" y="798"/>
                      <a:pt x="1084" y="810"/>
                      <a:pt x="1024" y="810"/>
                    </a:cubicBezTo>
                    <a:cubicBezTo>
                      <a:pt x="965" y="810"/>
                      <a:pt x="917" y="798"/>
                      <a:pt x="858" y="774"/>
                    </a:cubicBezTo>
                    <a:cubicBezTo>
                      <a:pt x="810" y="751"/>
                      <a:pt x="774" y="715"/>
                      <a:pt x="751" y="667"/>
                    </a:cubicBezTo>
                    <a:cubicBezTo>
                      <a:pt x="715" y="620"/>
                      <a:pt x="703" y="560"/>
                      <a:pt x="703" y="501"/>
                    </a:cubicBezTo>
                    <a:cubicBezTo>
                      <a:pt x="703" y="429"/>
                      <a:pt x="715" y="370"/>
                      <a:pt x="739" y="322"/>
                    </a:cubicBezTo>
                    <a:cubicBezTo>
                      <a:pt x="774" y="274"/>
                      <a:pt x="810" y="251"/>
                      <a:pt x="858" y="227"/>
                    </a:cubicBezTo>
                    <a:cubicBezTo>
                      <a:pt x="905" y="203"/>
                      <a:pt x="965" y="191"/>
                      <a:pt x="1024" y="191"/>
                    </a:cubicBezTo>
                    <a:close/>
                    <a:moveTo>
                      <a:pt x="1024" y="1"/>
                    </a:moveTo>
                    <a:cubicBezTo>
                      <a:pt x="929" y="1"/>
                      <a:pt x="858" y="24"/>
                      <a:pt x="786" y="48"/>
                    </a:cubicBezTo>
                    <a:cubicBezTo>
                      <a:pt x="703" y="84"/>
                      <a:pt x="655" y="131"/>
                      <a:pt x="608" y="203"/>
                    </a:cubicBezTo>
                    <a:cubicBezTo>
                      <a:pt x="572" y="274"/>
                      <a:pt x="548" y="358"/>
                      <a:pt x="548" y="465"/>
                    </a:cubicBezTo>
                    <a:cubicBezTo>
                      <a:pt x="548" y="512"/>
                      <a:pt x="560" y="572"/>
                      <a:pt x="572" y="620"/>
                    </a:cubicBezTo>
                    <a:cubicBezTo>
                      <a:pt x="584" y="667"/>
                      <a:pt x="608" y="715"/>
                      <a:pt x="632" y="751"/>
                    </a:cubicBezTo>
                    <a:cubicBezTo>
                      <a:pt x="667" y="786"/>
                      <a:pt x="691" y="810"/>
                      <a:pt x="727" y="834"/>
                    </a:cubicBezTo>
                    <a:cubicBezTo>
                      <a:pt x="608" y="834"/>
                      <a:pt x="501" y="822"/>
                      <a:pt x="417" y="798"/>
                    </a:cubicBezTo>
                    <a:cubicBezTo>
                      <a:pt x="334" y="786"/>
                      <a:pt x="274" y="751"/>
                      <a:pt x="227" y="703"/>
                    </a:cubicBezTo>
                    <a:cubicBezTo>
                      <a:pt x="179" y="655"/>
                      <a:pt x="155" y="596"/>
                      <a:pt x="155" y="501"/>
                    </a:cubicBezTo>
                    <a:cubicBezTo>
                      <a:pt x="155" y="453"/>
                      <a:pt x="167" y="393"/>
                      <a:pt x="191" y="358"/>
                    </a:cubicBezTo>
                    <a:cubicBezTo>
                      <a:pt x="215" y="322"/>
                      <a:pt x="251" y="286"/>
                      <a:pt x="286" y="274"/>
                    </a:cubicBezTo>
                    <a:cubicBezTo>
                      <a:pt x="334" y="251"/>
                      <a:pt x="393" y="251"/>
                      <a:pt x="453" y="251"/>
                    </a:cubicBezTo>
                    <a:lnTo>
                      <a:pt x="453" y="60"/>
                    </a:lnTo>
                    <a:cubicBezTo>
                      <a:pt x="370" y="60"/>
                      <a:pt x="286" y="72"/>
                      <a:pt x="227" y="96"/>
                    </a:cubicBezTo>
                    <a:cubicBezTo>
                      <a:pt x="155" y="131"/>
                      <a:pt x="108" y="179"/>
                      <a:pt x="60" y="239"/>
                    </a:cubicBezTo>
                    <a:cubicBezTo>
                      <a:pt x="24" y="310"/>
                      <a:pt x="1" y="393"/>
                      <a:pt x="1" y="489"/>
                    </a:cubicBezTo>
                    <a:cubicBezTo>
                      <a:pt x="1" y="572"/>
                      <a:pt x="12" y="655"/>
                      <a:pt x="48" y="715"/>
                    </a:cubicBezTo>
                    <a:cubicBezTo>
                      <a:pt x="72" y="786"/>
                      <a:pt x="120" y="834"/>
                      <a:pt x="179" y="882"/>
                    </a:cubicBezTo>
                    <a:cubicBezTo>
                      <a:pt x="239" y="929"/>
                      <a:pt x="322" y="965"/>
                      <a:pt x="417" y="989"/>
                    </a:cubicBezTo>
                    <a:cubicBezTo>
                      <a:pt x="524" y="1013"/>
                      <a:pt x="643" y="1024"/>
                      <a:pt x="798" y="1024"/>
                    </a:cubicBezTo>
                    <a:cubicBezTo>
                      <a:pt x="929" y="1024"/>
                      <a:pt x="1048" y="1013"/>
                      <a:pt x="1144" y="989"/>
                    </a:cubicBezTo>
                    <a:cubicBezTo>
                      <a:pt x="1227" y="965"/>
                      <a:pt x="1298" y="929"/>
                      <a:pt x="1358" y="882"/>
                    </a:cubicBezTo>
                    <a:cubicBezTo>
                      <a:pt x="1405" y="834"/>
                      <a:pt x="1453" y="774"/>
                      <a:pt x="1477" y="715"/>
                    </a:cubicBezTo>
                    <a:cubicBezTo>
                      <a:pt x="1501" y="643"/>
                      <a:pt x="1513" y="572"/>
                      <a:pt x="1513" y="489"/>
                    </a:cubicBezTo>
                    <a:cubicBezTo>
                      <a:pt x="1513" y="393"/>
                      <a:pt x="1489" y="310"/>
                      <a:pt x="1453" y="239"/>
                    </a:cubicBezTo>
                    <a:cubicBezTo>
                      <a:pt x="1405" y="167"/>
                      <a:pt x="1346" y="108"/>
                      <a:pt x="1274" y="72"/>
                    </a:cubicBezTo>
                    <a:cubicBezTo>
                      <a:pt x="1203" y="24"/>
                      <a:pt x="1120" y="1"/>
                      <a:pt x="10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62" name="Google Shape;902;p38">
                <a:extLst>
                  <a:ext uri="{FF2B5EF4-FFF2-40B4-BE49-F238E27FC236}">
                    <a16:creationId xmlns:a16="http://schemas.microsoft.com/office/drawing/2014/main" id="{4775BFE7-D62D-C124-E17B-41283DC587FA}"/>
                  </a:ext>
                </a:extLst>
              </p:cNvPr>
              <p:cNvSpPr/>
              <p:nvPr/>
            </p:nvSpPr>
            <p:spPr>
              <a:xfrm>
                <a:off x="2462800" y="7577750"/>
                <a:ext cx="366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025" extrusionOk="0">
                    <a:moveTo>
                      <a:pt x="1453" y="798"/>
                    </a:moveTo>
                    <a:lnTo>
                      <a:pt x="1453" y="798"/>
                    </a:lnTo>
                    <a:lnTo>
                      <a:pt x="1465" y="798"/>
                    </a:lnTo>
                    <a:cubicBezTo>
                      <a:pt x="1461" y="798"/>
                      <a:pt x="1457" y="798"/>
                      <a:pt x="1453" y="798"/>
                    </a:cubicBezTo>
                    <a:close/>
                    <a:moveTo>
                      <a:pt x="0" y="1"/>
                    </a:moveTo>
                    <a:lnTo>
                      <a:pt x="0" y="1024"/>
                    </a:lnTo>
                    <a:lnTo>
                      <a:pt x="179" y="1024"/>
                    </a:lnTo>
                    <a:lnTo>
                      <a:pt x="179" y="239"/>
                    </a:lnTo>
                    <a:cubicBezTo>
                      <a:pt x="250" y="298"/>
                      <a:pt x="334" y="370"/>
                      <a:pt x="429" y="429"/>
                    </a:cubicBezTo>
                    <a:cubicBezTo>
                      <a:pt x="524" y="501"/>
                      <a:pt x="631" y="560"/>
                      <a:pt x="739" y="608"/>
                    </a:cubicBezTo>
                    <a:cubicBezTo>
                      <a:pt x="846" y="667"/>
                      <a:pt x="953" y="703"/>
                      <a:pt x="1084" y="739"/>
                    </a:cubicBezTo>
                    <a:cubicBezTo>
                      <a:pt x="1199" y="773"/>
                      <a:pt x="1326" y="797"/>
                      <a:pt x="1453" y="798"/>
                    </a:cubicBezTo>
                    <a:lnTo>
                      <a:pt x="1453" y="798"/>
                    </a:lnTo>
                    <a:lnTo>
                      <a:pt x="1453" y="596"/>
                    </a:lnTo>
                    <a:lnTo>
                      <a:pt x="1358" y="596"/>
                    </a:lnTo>
                    <a:cubicBezTo>
                      <a:pt x="1262" y="596"/>
                      <a:pt x="1179" y="584"/>
                      <a:pt x="1084" y="560"/>
                    </a:cubicBezTo>
                    <a:cubicBezTo>
                      <a:pt x="989" y="524"/>
                      <a:pt x="905" y="501"/>
                      <a:pt x="810" y="453"/>
                    </a:cubicBezTo>
                    <a:cubicBezTo>
                      <a:pt x="727" y="417"/>
                      <a:pt x="643" y="370"/>
                      <a:pt x="560" y="322"/>
                    </a:cubicBezTo>
                    <a:cubicBezTo>
                      <a:pt x="477" y="262"/>
                      <a:pt x="393" y="215"/>
                      <a:pt x="322" y="155"/>
                    </a:cubicBezTo>
                    <a:cubicBezTo>
                      <a:pt x="250" y="96"/>
                      <a:pt x="179" y="48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63" name="Google Shape;903;p38">
                <a:extLst>
                  <a:ext uri="{FF2B5EF4-FFF2-40B4-BE49-F238E27FC236}">
                    <a16:creationId xmlns:a16="http://schemas.microsoft.com/office/drawing/2014/main" id="{171429B5-5317-9F88-1F37-98E9C4ED8DD7}"/>
                  </a:ext>
                </a:extLst>
              </p:cNvPr>
              <p:cNvSpPr/>
              <p:nvPr/>
            </p:nvSpPr>
            <p:spPr>
              <a:xfrm>
                <a:off x="2462200" y="7547700"/>
                <a:ext cx="378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13" extrusionOk="0">
                    <a:moveTo>
                      <a:pt x="405" y="226"/>
                    </a:moveTo>
                    <a:cubicBezTo>
                      <a:pt x="489" y="226"/>
                      <a:pt x="548" y="262"/>
                      <a:pt x="596" y="310"/>
                    </a:cubicBezTo>
                    <a:cubicBezTo>
                      <a:pt x="643" y="357"/>
                      <a:pt x="667" y="429"/>
                      <a:pt x="667" y="512"/>
                    </a:cubicBezTo>
                    <a:cubicBezTo>
                      <a:pt x="667" y="595"/>
                      <a:pt x="643" y="667"/>
                      <a:pt x="596" y="714"/>
                    </a:cubicBezTo>
                    <a:cubicBezTo>
                      <a:pt x="548" y="762"/>
                      <a:pt x="489" y="786"/>
                      <a:pt x="405" y="786"/>
                    </a:cubicBezTo>
                    <a:cubicBezTo>
                      <a:pt x="334" y="786"/>
                      <a:pt x="262" y="762"/>
                      <a:pt x="227" y="714"/>
                    </a:cubicBezTo>
                    <a:cubicBezTo>
                      <a:pt x="179" y="667"/>
                      <a:pt x="155" y="595"/>
                      <a:pt x="155" y="512"/>
                    </a:cubicBezTo>
                    <a:cubicBezTo>
                      <a:pt x="155" y="429"/>
                      <a:pt x="179" y="357"/>
                      <a:pt x="227" y="310"/>
                    </a:cubicBezTo>
                    <a:cubicBezTo>
                      <a:pt x="262" y="262"/>
                      <a:pt x="334" y="226"/>
                      <a:pt x="405" y="226"/>
                    </a:cubicBezTo>
                    <a:close/>
                    <a:moveTo>
                      <a:pt x="1084" y="202"/>
                    </a:moveTo>
                    <a:cubicBezTo>
                      <a:pt x="1167" y="202"/>
                      <a:pt x="1239" y="226"/>
                      <a:pt x="1286" y="274"/>
                    </a:cubicBezTo>
                    <a:cubicBezTo>
                      <a:pt x="1334" y="333"/>
                      <a:pt x="1358" y="405"/>
                      <a:pt x="1358" y="512"/>
                    </a:cubicBezTo>
                    <a:cubicBezTo>
                      <a:pt x="1358" y="607"/>
                      <a:pt x="1334" y="691"/>
                      <a:pt x="1286" y="738"/>
                    </a:cubicBezTo>
                    <a:cubicBezTo>
                      <a:pt x="1239" y="798"/>
                      <a:pt x="1167" y="822"/>
                      <a:pt x="1084" y="822"/>
                    </a:cubicBezTo>
                    <a:cubicBezTo>
                      <a:pt x="1001" y="822"/>
                      <a:pt x="941" y="798"/>
                      <a:pt x="893" y="738"/>
                    </a:cubicBezTo>
                    <a:cubicBezTo>
                      <a:pt x="846" y="691"/>
                      <a:pt x="822" y="619"/>
                      <a:pt x="822" y="512"/>
                    </a:cubicBezTo>
                    <a:cubicBezTo>
                      <a:pt x="822" y="405"/>
                      <a:pt x="846" y="333"/>
                      <a:pt x="893" y="274"/>
                    </a:cubicBezTo>
                    <a:cubicBezTo>
                      <a:pt x="941" y="226"/>
                      <a:pt x="1001" y="202"/>
                      <a:pt x="1084" y="202"/>
                    </a:cubicBezTo>
                    <a:close/>
                    <a:moveTo>
                      <a:pt x="1084" y="0"/>
                    </a:moveTo>
                    <a:cubicBezTo>
                      <a:pt x="1013" y="0"/>
                      <a:pt x="941" y="24"/>
                      <a:pt x="882" y="60"/>
                    </a:cubicBezTo>
                    <a:cubicBezTo>
                      <a:pt x="822" y="95"/>
                      <a:pt x="774" y="167"/>
                      <a:pt x="739" y="250"/>
                    </a:cubicBezTo>
                    <a:cubicBezTo>
                      <a:pt x="703" y="179"/>
                      <a:pt x="655" y="131"/>
                      <a:pt x="596" y="95"/>
                    </a:cubicBezTo>
                    <a:cubicBezTo>
                      <a:pt x="536" y="60"/>
                      <a:pt x="477" y="36"/>
                      <a:pt x="405" y="36"/>
                    </a:cubicBezTo>
                    <a:cubicBezTo>
                      <a:pt x="334" y="36"/>
                      <a:pt x="262" y="60"/>
                      <a:pt x="203" y="95"/>
                    </a:cubicBezTo>
                    <a:cubicBezTo>
                      <a:pt x="143" y="131"/>
                      <a:pt x="96" y="179"/>
                      <a:pt x="60" y="250"/>
                    </a:cubicBezTo>
                    <a:cubicBezTo>
                      <a:pt x="24" y="321"/>
                      <a:pt x="1" y="405"/>
                      <a:pt x="1" y="512"/>
                    </a:cubicBezTo>
                    <a:cubicBezTo>
                      <a:pt x="1" y="607"/>
                      <a:pt x="24" y="702"/>
                      <a:pt x="60" y="774"/>
                    </a:cubicBezTo>
                    <a:cubicBezTo>
                      <a:pt x="96" y="833"/>
                      <a:pt x="143" y="893"/>
                      <a:pt x="203" y="929"/>
                    </a:cubicBezTo>
                    <a:cubicBezTo>
                      <a:pt x="262" y="964"/>
                      <a:pt x="334" y="976"/>
                      <a:pt x="405" y="976"/>
                    </a:cubicBezTo>
                    <a:cubicBezTo>
                      <a:pt x="477" y="976"/>
                      <a:pt x="536" y="964"/>
                      <a:pt x="596" y="929"/>
                    </a:cubicBezTo>
                    <a:cubicBezTo>
                      <a:pt x="655" y="893"/>
                      <a:pt x="703" y="845"/>
                      <a:pt x="739" y="774"/>
                    </a:cubicBezTo>
                    <a:cubicBezTo>
                      <a:pt x="774" y="857"/>
                      <a:pt x="822" y="917"/>
                      <a:pt x="882" y="953"/>
                    </a:cubicBezTo>
                    <a:cubicBezTo>
                      <a:pt x="941" y="1000"/>
                      <a:pt x="1013" y="1012"/>
                      <a:pt x="1084" y="1012"/>
                    </a:cubicBezTo>
                    <a:cubicBezTo>
                      <a:pt x="1167" y="1012"/>
                      <a:pt x="1239" y="1000"/>
                      <a:pt x="1298" y="964"/>
                    </a:cubicBezTo>
                    <a:cubicBezTo>
                      <a:pt x="1358" y="929"/>
                      <a:pt x="1417" y="881"/>
                      <a:pt x="1453" y="798"/>
                    </a:cubicBezTo>
                    <a:cubicBezTo>
                      <a:pt x="1489" y="726"/>
                      <a:pt x="1513" y="631"/>
                      <a:pt x="1513" y="512"/>
                    </a:cubicBezTo>
                    <a:cubicBezTo>
                      <a:pt x="1513" y="393"/>
                      <a:pt x="1489" y="298"/>
                      <a:pt x="1453" y="214"/>
                    </a:cubicBezTo>
                    <a:cubicBezTo>
                      <a:pt x="1417" y="143"/>
                      <a:pt x="1358" y="83"/>
                      <a:pt x="1298" y="60"/>
                    </a:cubicBezTo>
                    <a:cubicBezTo>
                      <a:pt x="1239" y="24"/>
                      <a:pt x="1167" y="0"/>
                      <a:pt x="10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832" name="Google Shape;904;p38">
                <a:extLst>
                  <a:ext uri="{FF2B5EF4-FFF2-40B4-BE49-F238E27FC236}">
                    <a16:creationId xmlns:a16="http://schemas.microsoft.com/office/drawing/2014/main" id="{678ACB92-995E-6FF9-7BD9-71DA7BD1C4DF}"/>
                  </a:ext>
                </a:extLst>
              </p:cNvPr>
              <p:cNvSpPr/>
              <p:nvPr/>
            </p:nvSpPr>
            <p:spPr>
              <a:xfrm>
                <a:off x="2462200" y="75170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477" y="215"/>
                    </a:moveTo>
                    <a:cubicBezTo>
                      <a:pt x="548" y="215"/>
                      <a:pt x="596" y="227"/>
                      <a:pt x="643" y="251"/>
                    </a:cubicBezTo>
                    <a:cubicBezTo>
                      <a:pt x="691" y="275"/>
                      <a:pt x="739" y="310"/>
                      <a:pt x="763" y="358"/>
                    </a:cubicBezTo>
                    <a:cubicBezTo>
                      <a:pt x="798" y="405"/>
                      <a:pt x="810" y="465"/>
                      <a:pt x="810" y="525"/>
                    </a:cubicBezTo>
                    <a:cubicBezTo>
                      <a:pt x="810" y="596"/>
                      <a:pt x="798" y="656"/>
                      <a:pt x="774" y="703"/>
                    </a:cubicBezTo>
                    <a:cubicBezTo>
                      <a:pt x="739" y="751"/>
                      <a:pt x="703" y="775"/>
                      <a:pt x="655" y="798"/>
                    </a:cubicBezTo>
                    <a:cubicBezTo>
                      <a:pt x="608" y="822"/>
                      <a:pt x="548" y="834"/>
                      <a:pt x="501" y="834"/>
                    </a:cubicBezTo>
                    <a:cubicBezTo>
                      <a:pt x="429" y="834"/>
                      <a:pt x="382" y="822"/>
                      <a:pt x="322" y="798"/>
                    </a:cubicBezTo>
                    <a:cubicBezTo>
                      <a:pt x="274" y="775"/>
                      <a:pt x="239" y="739"/>
                      <a:pt x="203" y="691"/>
                    </a:cubicBezTo>
                    <a:cubicBezTo>
                      <a:pt x="179" y="656"/>
                      <a:pt x="155" y="596"/>
                      <a:pt x="155" y="525"/>
                    </a:cubicBezTo>
                    <a:cubicBezTo>
                      <a:pt x="155" y="453"/>
                      <a:pt x="179" y="394"/>
                      <a:pt x="203" y="358"/>
                    </a:cubicBezTo>
                    <a:cubicBezTo>
                      <a:pt x="227" y="310"/>
                      <a:pt x="274" y="275"/>
                      <a:pt x="322" y="251"/>
                    </a:cubicBezTo>
                    <a:cubicBezTo>
                      <a:pt x="370" y="227"/>
                      <a:pt x="417" y="215"/>
                      <a:pt x="477" y="215"/>
                    </a:cubicBezTo>
                    <a:close/>
                    <a:moveTo>
                      <a:pt x="715" y="1"/>
                    </a:moveTo>
                    <a:cubicBezTo>
                      <a:pt x="572" y="1"/>
                      <a:pt x="465" y="13"/>
                      <a:pt x="370" y="36"/>
                    </a:cubicBezTo>
                    <a:cubicBezTo>
                      <a:pt x="286" y="60"/>
                      <a:pt x="203" y="96"/>
                      <a:pt x="155" y="144"/>
                    </a:cubicBezTo>
                    <a:cubicBezTo>
                      <a:pt x="96" y="191"/>
                      <a:pt x="60" y="251"/>
                      <a:pt x="36" y="310"/>
                    </a:cubicBezTo>
                    <a:cubicBezTo>
                      <a:pt x="12" y="382"/>
                      <a:pt x="1" y="453"/>
                      <a:pt x="1" y="536"/>
                    </a:cubicBezTo>
                    <a:cubicBezTo>
                      <a:pt x="1" y="632"/>
                      <a:pt x="24" y="715"/>
                      <a:pt x="60" y="786"/>
                    </a:cubicBezTo>
                    <a:cubicBezTo>
                      <a:pt x="108" y="858"/>
                      <a:pt x="155" y="917"/>
                      <a:pt x="239" y="965"/>
                    </a:cubicBezTo>
                    <a:cubicBezTo>
                      <a:pt x="310" y="1001"/>
                      <a:pt x="393" y="1025"/>
                      <a:pt x="489" y="1025"/>
                    </a:cubicBezTo>
                    <a:cubicBezTo>
                      <a:pt x="584" y="1025"/>
                      <a:pt x="655" y="1013"/>
                      <a:pt x="727" y="977"/>
                    </a:cubicBezTo>
                    <a:cubicBezTo>
                      <a:pt x="810" y="941"/>
                      <a:pt x="858" y="894"/>
                      <a:pt x="905" y="822"/>
                    </a:cubicBezTo>
                    <a:cubicBezTo>
                      <a:pt x="941" y="751"/>
                      <a:pt x="965" y="667"/>
                      <a:pt x="965" y="560"/>
                    </a:cubicBezTo>
                    <a:cubicBezTo>
                      <a:pt x="965" y="513"/>
                      <a:pt x="953" y="453"/>
                      <a:pt x="941" y="405"/>
                    </a:cubicBezTo>
                    <a:cubicBezTo>
                      <a:pt x="929" y="358"/>
                      <a:pt x="905" y="322"/>
                      <a:pt x="882" y="286"/>
                    </a:cubicBezTo>
                    <a:cubicBezTo>
                      <a:pt x="846" y="251"/>
                      <a:pt x="822" y="215"/>
                      <a:pt x="786" y="203"/>
                    </a:cubicBezTo>
                    <a:cubicBezTo>
                      <a:pt x="905" y="203"/>
                      <a:pt x="1013" y="215"/>
                      <a:pt x="1096" y="227"/>
                    </a:cubicBezTo>
                    <a:cubicBezTo>
                      <a:pt x="1179" y="251"/>
                      <a:pt x="1239" y="275"/>
                      <a:pt x="1286" y="322"/>
                    </a:cubicBezTo>
                    <a:cubicBezTo>
                      <a:pt x="1334" y="370"/>
                      <a:pt x="1358" y="441"/>
                      <a:pt x="1358" y="525"/>
                    </a:cubicBezTo>
                    <a:cubicBezTo>
                      <a:pt x="1358" y="584"/>
                      <a:pt x="1346" y="632"/>
                      <a:pt x="1322" y="667"/>
                    </a:cubicBezTo>
                    <a:cubicBezTo>
                      <a:pt x="1298" y="703"/>
                      <a:pt x="1263" y="739"/>
                      <a:pt x="1227" y="751"/>
                    </a:cubicBezTo>
                    <a:cubicBezTo>
                      <a:pt x="1179" y="775"/>
                      <a:pt x="1120" y="786"/>
                      <a:pt x="1060" y="786"/>
                    </a:cubicBezTo>
                    <a:lnTo>
                      <a:pt x="1060" y="977"/>
                    </a:lnTo>
                    <a:cubicBezTo>
                      <a:pt x="1144" y="977"/>
                      <a:pt x="1215" y="953"/>
                      <a:pt x="1286" y="929"/>
                    </a:cubicBezTo>
                    <a:cubicBezTo>
                      <a:pt x="1358" y="894"/>
                      <a:pt x="1405" y="858"/>
                      <a:pt x="1453" y="786"/>
                    </a:cubicBezTo>
                    <a:cubicBezTo>
                      <a:pt x="1489" y="727"/>
                      <a:pt x="1513" y="632"/>
                      <a:pt x="1513" y="536"/>
                    </a:cubicBezTo>
                    <a:cubicBezTo>
                      <a:pt x="1513" y="453"/>
                      <a:pt x="1489" y="382"/>
                      <a:pt x="1465" y="310"/>
                    </a:cubicBezTo>
                    <a:cubicBezTo>
                      <a:pt x="1441" y="239"/>
                      <a:pt x="1394" y="191"/>
                      <a:pt x="1334" y="144"/>
                    </a:cubicBezTo>
                    <a:cubicBezTo>
                      <a:pt x="1274" y="96"/>
                      <a:pt x="1191" y="60"/>
                      <a:pt x="1084" y="36"/>
                    </a:cubicBezTo>
                    <a:cubicBezTo>
                      <a:pt x="989" y="13"/>
                      <a:pt x="858" y="1"/>
                      <a:pt x="7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</p:grpSp>
      </p:grpSp>
      <p:pic>
        <p:nvPicPr>
          <p:cNvPr id="834" name="תמונה 833" descr="תמונה שמכילה טקסט, לבוש, נעל סניקר, לבוש מג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59B5871-2F2A-49B1-24F6-EE11F8701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2597" y="2912269"/>
            <a:ext cx="4321328" cy="22686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45"/>
          <p:cNvSpPr/>
          <p:nvPr/>
        </p:nvSpPr>
        <p:spPr>
          <a:xfrm>
            <a:off x="615589" y="1794100"/>
            <a:ext cx="6566011" cy="446303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pic>
        <p:nvPicPr>
          <p:cNvPr id="1096" name="Google Shape;109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23575" y="511949"/>
            <a:ext cx="5361900" cy="18927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8" name="Google Shape;1098;p45"/>
          <p:cNvGrpSpPr/>
          <p:nvPr/>
        </p:nvGrpSpPr>
        <p:grpSpPr>
          <a:xfrm rot="-317376">
            <a:off x="7150033" y="399969"/>
            <a:ext cx="3143611" cy="3749511"/>
            <a:chOff x="2447625" y="5604000"/>
            <a:chExt cx="1846375" cy="2396750"/>
          </a:xfrm>
        </p:grpSpPr>
        <p:sp>
          <p:nvSpPr>
            <p:cNvPr id="1099" name="Google Shape;1099;p45"/>
            <p:cNvSpPr/>
            <p:nvPr/>
          </p:nvSpPr>
          <p:spPr>
            <a:xfrm>
              <a:off x="2447625" y="5604000"/>
              <a:ext cx="1846375" cy="2396750"/>
            </a:xfrm>
            <a:custGeom>
              <a:avLst/>
              <a:gdLst/>
              <a:ahLst/>
              <a:cxnLst/>
              <a:rect l="l" t="t" r="r" b="b"/>
              <a:pathLst>
                <a:path w="73855" h="95870" extrusionOk="0">
                  <a:moveTo>
                    <a:pt x="70842" y="1691"/>
                  </a:moveTo>
                  <a:lnTo>
                    <a:pt x="70842" y="94167"/>
                  </a:lnTo>
                  <a:lnTo>
                    <a:pt x="2977" y="94167"/>
                  </a:lnTo>
                  <a:lnTo>
                    <a:pt x="2977" y="1691"/>
                  </a:lnTo>
                  <a:close/>
                  <a:moveTo>
                    <a:pt x="0" y="0"/>
                  </a:moveTo>
                  <a:lnTo>
                    <a:pt x="0" y="215"/>
                  </a:lnTo>
                  <a:lnTo>
                    <a:pt x="0" y="1703"/>
                  </a:lnTo>
                  <a:lnTo>
                    <a:pt x="0" y="94167"/>
                  </a:lnTo>
                  <a:lnTo>
                    <a:pt x="0" y="95655"/>
                  </a:lnTo>
                  <a:lnTo>
                    <a:pt x="0" y="95869"/>
                  </a:lnTo>
                  <a:lnTo>
                    <a:pt x="73855" y="95869"/>
                  </a:lnTo>
                  <a:lnTo>
                    <a:pt x="73855" y="94167"/>
                  </a:lnTo>
                  <a:lnTo>
                    <a:pt x="73807" y="94167"/>
                  </a:lnTo>
                  <a:lnTo>
                    <a:pt x="73807" y="1703"/>
                  </a:lnTo>
                  <a:lnTo>
                    <a:pt x="73807" y="215"/>
                  </a:lnTo>
                  <a:lnTo>
                    <a:pt x="738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grpSp>
          <p:nvGrpSpPr>
            <p:cNvPr id="1100" name="Google Shape;1100;p45"/>
            <p:cNvGrpSpPr/>
            <p:nvPr/>
          </p:nvGrpSpPr>
          <p:grpSpPr>
            <a:xfrm>
              <a:off x="2462200" y="7517025"/>
              <a:ext cx="37825" cy="420925"/>
              <a:chOff x="2462200" y="7517025"/>
              <a:chExt cx="37825" cy="420925"/>
            </a:xfrm>
          </p:grpSpPr>
          <p:sp>
            <p:nvSpPr>
              <p:cNvPr id="1101" name="Google Shape;1101;p45"/>
              <p:cNvSpPr/>
              <p:nvPr/>
            </p:nvSpPr>
            <p:spPr>
              <a:xfrm>
                <a:off x="2462200" y="7912900"/>
                <a:ext cx="36925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2" extrusionOk="0">
                    <a:moveTo>
                      <a:pt x="1310" y="1"/>
                    </a:moveTo>
                    <a:lnTo>
                      <a:pt x="1310" y="775"/>
                    </a:lnTo>
                    <a:cubicBezTo>
                      <a:pt x="1274" y="763"/>
                      <a:pt x="1251" y="751"/>
                      <a:pt x="1215" y="715"/>
                    </a:cubicBezTo>
                    <a:cubicBezTo>
                      <a:pt x="1179" y="692"/>
                      <a:pt x="1144" y="644"/>
                      <a:pt x="1108" y="608"/>
                    </a:cubicBezTo>
                    <a:cubicBezTo>
                      <a:pt x="1072" y="561"/>
                      <a:pt x="1048" y="513"/>
                      <a:pt x="1013" y="465"/>
                    </a:cubicBezTo>
                    <a:cubicBezTo>
                      <a:pt x="965" y="406"/>
                      <a:pt x="929" y="346"/>
                      <a:pt x="882" y="287"/>
                    </a:cubicBezTo>
                    <a:cubicBezTo>
                      <a:pt x="834" y="239"/>
                      <a:pt x="798" y="180"/>
                      <a:pt x="751" y="144"/>
                    </a:cubicBezTo>
                    <a:cubicBezTo>
                      <a:pt x="703" y="96"/>
                      <a:pt x="643" y="72"/>
                      <a:pt x="596" y="49"/>
                    </a:cubicBezTo>
                    <a:cubicBezTo>
                      <a:pt x="536" y="25"/>
                      <a:pt x="477" y="13"/>
                      <a:pt x="405" y="13"/>
                    </a:cubicBezTo>
                    <a:cubicBezTo>
                      <a:pt x="358" y="13"/>
                      <a:pt x="310" y="25"/>
                      <a:pt x="251" y="37"/>
                    </a:cubicBezTo>
                    <a:cubicBezTo>
                      <a:pt x="203" y="60"/>
                      <a:pt x="167" y="84"/>
                      <a:pt x="120" y="120"/>
                    </a:cubicBezTo>
                    <a:cubicBezTo>
                      <a:pt x="84" y="156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77"/>
                    </a:cubicBezTo>
                    <a:cubicBezTo>
                      <a:pt x="1" y="572"/>
                      <a:pt x="12" y="656"/>
                      <a:pt x="48" y="727"/>
                    </a:cubicBezTo>
                    <a:cubicBezTo>
                      <a:pt x="72" y="811"/>
                      <a:pt x="120" y="870"/>
                      <a:pt x="191" y="918"/>
                    </a:cubicBezTo>
                    <a:cubicBezTo>
                      <a:pt x="251" y="965"/>
                      <a:pt x="334" y="989"/>
                      <a:pt x="441" y="989"/>
                    </a:cubicBezTo>
                    <a:lnTo>
                      <a:pt x="489" y="989"/>
                    </a:lnTo>
                    <a:cubicBezTo>
                      <a:pt x="512" y="977"/>
                      <a:pt x="524" y="977"/>
                      <a:pt x="524" y="977"/>
                    </a:cubicBezTo>
                    <a:lnTo>
                      <a:pt x="524" y="799"/>
                    </a:lnTo>
                    <a:lnTo>
                      <a:pt x="441" y="799"/>
                    </a:lnTo>
                    <a:cubicBezTo>
                      <a:pt x="393" y="799"/>
                      <a:pt x="346" y="787"/>
                      <a:pt x="298" y="763"/>
                    </a:cubicBezTo>
                    <a:cubicBezTo>
                      <a:pt x="262" y="739"/>
                      <a:pt x="227" y="703"/>
                      <a:pt x="203" y="668"/>
                    </a:cubicBezTo>
                    <a:cubicBezTo>
                      <a:pt x="179" y="620"/>
                      <a:pt x="155" y="561"/>
                      <a:pt x="155" y="489"/>
                    </a:cubicBezTo>
                    <a:cubicBezTo>
                      <a:pt x="155" y="418"/>
                      <a:pt x="167" y="370"/>
                      <a:pt x="191" y="322"/>
                    </a:cubicBezTo>
                    <a:cubicBezTo>
                      <a:pt x="215" y="287"/>
                      <a:pt x="239" y="263"/>
                      <a:pt x="274" y="239"/>
                    </a:cubicBezTo>
                    <a:cubicBezTo>
                      <a:pt x="310" y="215"/>
                      <a:pt x="358" y="203"/>
                      <a:pt x="393" y="203"/>
                    </a:cubicBezTo>
                    <a:cubicBezTo>
                      <a:pt x="465" y="203"/>
                      <a:pt x="524" y="227"/>
                      <a:pt x="584" y="263"/>
                    </a:cubicBezTo>
                    <a:cubicBezTo>
                      <a:pt x="643" y="299"/>
                      <a:pt x="691" y="346"/>
                      <a:pt x="739" y="394"/>
                    </a:cubicBezTo>
                    <a:cubicBezTo>
                      <a:pt x="786" y="453"/>
                      <a:pt x="834" y="525"/>
                      <a:pt x="882" y="596"/>
                    </a:cubicBezTo>
                    <a:cubicBezTo>
                      <a:pt x="929" y="644"/>
                      <a:pt x="965" y="692"/>
                      <a:pt x="1001" y="739"/>
                    </a:cubicBezTo>
                    <a:cubicBezTo>
                      <a:pt x="1036" y="787"/>
                      <a:pt x="1084" y="834"/>
                      <a:pt x="1120" y="870"/>
                    </a:cubicBezTo>
                    <a:cubicBezTo>
                      <a:pt x="1167" y="918"/>
                      <a:pt x="1203" y="942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2" name="Google Shape;1102;p45"/>
              <p:cNvSpPr/>
              <p:nvPr/>
            </p:nvSpPr>
            <p:spPr>
              <a:xfrm>
                <a:off x="2462200" y="7882550"/>
                <a:ext cx="378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13" extrusionOk="0">
                    <a:moveTo>
                      <a:pt x="810" y="191"/>
                    </a:moveTo>
                    <a:cubicBezTo>
                      <a:pt x="929" y="191"/>
                      <a:pt x="1024" y="203"/>
                      <a:pt x="1108" y="227"/>
                    </a:cubicBezTo>
                    <a:cubicBezTo>
                      <a:pt x="1191" y="239"/>
                      <a:pt x="1251" y="274"/>
                      <a:pt x="1286" y="310"/>
                    </a:cubicBezTo>
                    <a:cubicBezTo>
                      <a:pt x="1334" y="358"/>
                      <a:pt x="1358" y="417"/>
                      <a:pt x="1358" y="501"/>
                    </a:cubicBezTo>
                    <a:cubicBezTo>
                      <a:pt x="1358" y="584"/>
                      <a:pt x="1334" y="643"/>
                      <a:pt x="1298" y="691"/>
                    </a:cubicBezTo>
                    <a:cubicBezTo>
                      <a:pt x="1251" y="739"/>
                      <a:pt x="1191" y="763"/>
                      <a:pt x="1108" y="786"/>
                    </a:cubicBezTo>
                    <a:cubicBezTo>
                      <a:pt x="1024" y="798"/>
                      <a:pt x="929" y="810"/>
                      <a:pt x="810" y="810"/>
                    </a:cubicBezTo>
                    <a:lnTo>
                      <a:pt x="715" y="810"/>
                    </a:lnTo>
                    <a:cubicBezTo>
                      <a:pt x="584" y="810"/>
                      <a:pt x="489" y="798"/>
                      <a:pt x="405" y="786"/>
                    </a:cubicBezTo>
                    <a:cubicBezTo>
                      <a:pt x="322" y="774"/>
                      <a:pt x="262" y="739"/>
                      <a:pt x="227" y="691"/>
                    </a:cubicBezTo>
                    <a:cubicBezTo>
                      <a:pt x="179" y="643"/>
                      <a:pt x="167" y="584"/>
                      <a:pt x="167" y="501"/>
                    </a:cubicBezTo>
                    <a:cubicBezTo>
                      <a:pt x="167" y="417"/>
                      <a:pt x="179" y="358"/>
                      <a:pt x="227" y="310"/>
                    </a:cubicBezTo>
                    <a:cubicBezTo>
                      <a:pt x="262" y="274"/>
                      <a:pt x="322" y="239"/>
                      <a:pt x="405" y="227"/>
                    </a:cubicBezTo>
                    <a:cubicBezTo>
                      <a:pt x="489" y="203"/>
                      <a:pt x="584" y="191"/>
                      <a:pt x="715" y="191"/>
                    </a:cubicBezTo>
                    <a:close/>
                    <a:moveTo>
                      <a:pt x="763" y="1"/>
                    </a:moveTo>
                    <a:cubicBezTo>
                      <a:pt x="608" y="1"/>
                      <a:pt x="489" y="12"/>
                      <a:pt x="393" y="36"/>
                    </a:cubicBezTo>
                    <a:cubicBezTo>
                      <a:pt x="298" y="60"/>
                      <a:pt x="215" y="96"/>
                      <a:pt x="155" y="131"/>
                    </a:cubicBezTo>
                    <a:cubicBezTo>
                      <a:pt x="108" y="179"/>
                      <a:pt x="60" y="227"/>
                      <a:pt x="36" y="286"/>
                    </a:cubicBezTo>
                    <a:cubicBezTo>
                      <a:pt x="12" y="358"/>
                      <a:pt x="1" y="429"/>
                      <a:pt x="1" y="501"/>
                    </a:cubicBezTo>
                    <a:cubicBezTo>
                      <a:pt x="1" y="584"/>
                      <a:pt x="12" y="655"/>
                      <a:pt x="36" y="715"/>
                    </a:cubicBezTo>
                    <a:cubicBezTo>
                      <a:pt x="60" y="774"/>
                      <a:pt x="108" y="834"/>
                      <a:pt x="155" y="870"/>
                    </a:cubicBezTo>
                    <a:cubicBezTo>
                      <a:pt x="215" y="917"/>
                      <a:pt x="298" y="953"/>
                      <a:pt x="393" y="977"/>
                    </a:cubicBezTo>
                    <a:cubicBezTo>
                      <a:pt x="489" y="1001"/>
                      <a:pt x="608" y="1013"/>
                      <a:pt x="763" y="1013"/>
                    </a:cubicBezTo>
                    <a:cubicBezTo>
                      <a:pt x="905" y="1013"/>
                      <a:pt x="1024" y="1001"/>
                      <a:pt x="1120" y="977"/>
                    </a:cubicBezTo>
                    <a:cubicBezTo>
                      <a:pt x="1215" y="953"/>
                      <a:pt x="1298" y="917"/>
                      <a:pt x="1358" y="870"/>
                    </a:cubicBezTo>
                    <a:cubicBezTo>
                      <a:pt x="1405" y="834"/>
                      <a:pt x="1453" y="774"/>
                      <a:pt x="1477" y="715"/>
                    </a:cubicBezTo>
                    <a:cubicBezTo>
                      <a:pt x="1501" y="655"/>
                      <a:pt x="1513" y="584"/>
                      <a:pt x="1513" y="501"/>
                    </a:cubicBezTo>
                    <a:cubicBezTo>
                      <a:pt x="1513" y="417"/>
                      <a:pt x="1501" y="346"/>
                      <a:pt x="1477" y="286"/>
                    </a:cubicBezTo>
                    <a:cubicBezTo>
                      <a:pt x="1453" y="227"/>
                      <a:pt x="1405" y="179"/>
                      <a:pt x="1358" y="131"/>
                    </a:cubicBezTo>
                    <a:cubicBezTo>
                      <a:pt x="1298" y="96"/>
                      <a:pt x="1215" y="60"/>
                      <a:pt x="1120" y="36"/>
                    </a:cubicBezTo>
                    <a:cubicBezTo>
                      <a:pt x="1024" y="12"/>
                      <a:pt x="905" y="1"/>
                      <a:pt x="7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3" name="Google Shape;1103;p45"/>
              <p:cNvSpPr/>
              <p:nvPr/>
            </p:nvSpPr>
            <p:spPr>
              <a:xfrm>
                <a:off x="2462200" y="7851900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1310" y="0"/>
                    </a:moveTo>
                    <a:lnTo>
                      <a:pt x="1310" y="774"/>
                    </a:lnTo>
                    <a:cubicBezTo>
                      <a:pt x="1274" y="774"/>
                      <a:pt x="1251" y="750"/>
                      <a:pt x="1215" y="715"/>
                    </a:cubicBezTo>
                    <a:cubicBezTo>
                      <a:pt x="1179" y="691"/>
                      <a:pt x="1144" y="655"/>
                      <a:pt x="1108" y="607"/>
                    </a:cubicBezTo>
                    <a:cubicBezTo>
                      <a:pt x="1072" y="560"/>
                      <a:pt x="1048" y="512"/>
                      <a:pt x="1013" y="476"/>
                    </a:cubicBezTo>
                    <a:cubicBezTo>
                      <a:pt x="965" y="405"/>
                      <a:pt x="929" y="345"/>
                      <a:pt x="882" y="286"/>
                    </a:cubicBezTo>
                    <a:cubicBezTo>
                      <a:pt x="834" y="238"/>
                      <a:pt x="798" y="191"/>
                      <a:pt x="751" y="143"/>
                    </a:cubicBezTo>
                    <a:cubicBezTo>
                      <a:pt x="703" y="107"/>
                      <a:pt x="643" y="72"/>
                      <a:pt x="596" y="48"/>
                    </a:cubicBezTo>
                    <a:cubicBezTo>
                      <a:pt x="536" y="24"/>
                      <a:pt x="477" y="12"/>
                      <a:pt x="405" y="12"/>
                    </a:cubicBezTo>
                    <a:cubicBezTo>
                      <a:pt x="358" y="12"/>
                      <a:pt x="310" y="24"/>
                      <a:pt x="251" y="36"/>
                    </a:cubicBezTo>
                    <a:cubicBezTo>
                      <a:pt x="203" y="60"/>
                      <a:pt x="167" y="84"/>
                      <a:pt x="120" y="119"/>
                    </a:cubicBezTo>
                    <a:cubicBezTo>
                      <a:pt x="84" y="167"/>
                      <a:pt x="60" y="214"/>
                      <a:pt x="36" y="274"/>
                    </a:cubicBezTo>
                    <a:cubicBezTo>
                      <a:pt x="12" y="322"/>
                      <a:pt x="1" y="393"/>
                      <a:pt x="1" y="476"/>
                    </a:cubicBezTo>
                    <a:cubicBezTo>
                      <a:pt x="1" y="572"/>
                      <a:pt x="12" y="655"/>
                      <a:pt x="48" y="726"/>
                    </a:cubicBezTo>
                    <a:cubicBezTo>
                      <a:pt x="72" y="810"/>
                      <a:pt x="120" y="869"/>
                      <a:pt x="191" y="917"/>
                    </a:cubicBezTo>
                    <a:cubicBezTo>
                      <a:pt x="251" y="965"/>
                      <a:pt x="334" y="988"/>
                      <a:pt x="441" y="988"/>
                    </a:cubicBezTo>
                    <a:lnTo>
                      <a:pt x="489" y="988"/>
                    </a:lnTo>
                    <a:cubicBezTo>
                      <a:pt x="512" y="988"/>
                      <a:pt x="524" y="976"/>
                      <a:pt x="524" y="976"/>
                    </a:cubicBezTo>
                    <a:lnTo>
                      <a:pt x="524" y="798"/>
                    </a:lnTo>
                    <a:lnTo>
                      <a:pt x="441" y="798"/>
                    </a:lnTo>
                    <a:cubicBezTo>
                      <a:pt x="393" y="798"/>
                      <a:pt x="346" y="786"/>
                      <a:pt x="298" y="762"/>
                    </a:cubicBezTo>
                    <a:cubicBezTo>
                      <a:pt x="262" y="750"/>
                      <a:pt x="227" y="715"/>
                      <a:pt x="203" y="667"/>
                    </a:cubicBezTo>
                    <a:cubicBezTo>
                      <a:pt x="179" y="619"/>
                      <a:pt x="155" y="560"/>
                      <a:pt x="155" y="488"/>
                    </a:cubicBezTo>
                    <a:cubicBezTo>
                      <a:pt x="155" y="429"/>
                      <a:pt x="167" y="369"/>
                      <a:pt x="191" y="334"/>
                    </a:cubicBezTo>
                    <a:cubicBezTo>
                      <a:pt x="215" y="286"/>
                      <a:pt x="239" y="262"/>
                      <a:pt x="274" y="238"/>
                    </a:cubicBezTo>
                    <a:cubicBezTo>
                      <a:pt x="310" y="214"/>
                      <a:pt x="358" y="203"/>
                      <a:pt x="393" y="203"/>
                    </a:cubicBezTo>
                    <a:cubicBezTo>
                      <a:pt x="465" y="203"/>
                      <a:pt x="524" y="226"/>
                      <a:pt x="584" y="262"/>
                    </a:cubicBezTo>
                    <a:cubicBezTo>
                      <a:pt x="643" y="298"/>
                      <a:pt x="691" y="345"/>
                      <a:pt x="739" y="405"/>
                    </a:cubicBezTo>
                    <a:cubicBezTo>
                      <a:pt x="786" y="465"/>
                      <a:pt x="834" y="524"/>
                      <a:pt x="882" y="595"/>
                    </a:cubicBezTo>
                    <a:cubicBezTo>
                      <a:pt x="929" y="643"/>
                      <a:pt x="965" y="691"/>
                      <a:pt x="1001" y="738"/>
                    </a:cubicBezTo>
                    <a:cubicBezTo>
                      <a:pt x="1036" y="798"/>
                      <a:pt x="1084" y="834"/>
                      <a:pt x="1120" y="881"/>
                    </a:cubicBezTo>
                    <a:cubicBezTo>
                      <a:pt x="1167" y="917"/>
                      <a:pt x="1203" y="941"/>
                      <a:pt x="1263" y="976"/>
                    </a:cubicBezTo>
                    <a:cubicBezTo>
                      <a:pt x="1310" y="988"/>
                      <a:pt x="1358" y="1000"/>
                      <a:pt x="1417" y="1000"/>
                    </a:cubicBezTo>
                    <a:lnTo>
                      <a:pt x="1477" y="1000"/>
                    </a:lnTo>
                    <a:lnTo>
                      <a:pt x="14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4" name="Google Shape;1104;p45"/>
              <p:cNvSpPr/>
              <p:nvPr/>
            </p:nvSpPr>
            <p:spPr>
              <a:xfrm>
                <a:off x="2462200" y="7821825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405" y="1"/>
                    </a:moveTo>
                    <a:cubicBezTo>
                      <a:pt x="358" y="1"/>
                      <a:pt x="310" y="13"/>
                      <a:pt x="251" y="24"/>
                    </a:cubicBezTo>
                    <a:cubicBezTo>
                      <a:pt x="203" y="48"/>
                      <a:pt x="167" y="72"/>
                      <a:pt x="120" y="120"/>
                    </a:cubicBezTo>
                    <a:cubicBezTo>
                      <a:pt x="84" y="155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65"/>
                    </a:cubicBezTo>
                    <a:cubicBezTo>
                      <a:pt x="1" y="560"/>
                      <a:pt x="12" y="644"/>
                      <a:pt x="48" y="727"/>
                    </a:cubicBezTo>
                    <a:cubicBezTo>
                      <a:pt x="72" y="798"/>
                      <a:pt x="120" y="858"/>
                      <a:pt x="191" y="906"/>
                    </a:cubicBezTo>
                    <a:cubicBezTo>
                      <a:pt x="251" y="953"/>
                      <a:pt x="334" y="977"/>
                      <a:pt x="441" y="977"/>
                    </a:cubicBezTo>
                    <a:lnTo>
                      <a:pt x="524" y="977"/>
                    </a:lnTo>
                    <a:lnTo>
                      <a:pt x="524" y="786"/>
                    </a:lnTo>
                    <a:lnTo>
                      <a:pt x="441" y="786"/>
                    </a:lnTo>
                    <a:cubicBezTo>
                      <a:pt x="393" y="786"/>
                      <a:pt x="346" y="775"/>
                      <a:pt x="298" y="751"/>
                    </a:cubicBezTo>
                    <a:cubicBezTo>
                      <a:pt x="262" y="739"/>
                      <a:pt x="227" y="703"/>
                      <a:pt x="203" y="656"/>
                    </a:cubicBezTo>
                    <a:cubicBezTo>
                      <a:pt x="179" y="608"/>
                      <a:pt x="155" y="548"/>
                      <a:pt x="155" y="477"/>
                    </a:cubicBezTo>
                    <a:cubicBezTo>
                      <a:pt x="155" y="417"/>
                      <a:pt x="167" y="358"/>
                      <a:pt x="191" y="322"/>
                    </a:cubicBezTo>
                    <a:cubicBezTo>
                      <a:pt x="215" y="275"/>
                      <a:pt x="239" y="251"/>
                      <a:pt x="274" y="227"/>
                    </a:cubicBezTo>
                    <a:cubicBezTo>
                      <a:pt x="310" y="203"/>
                      <a:pt x="358" y="203"/>
                      <a:pt x="393" y="203"/>
                    </a:cubicBezTo>
                    <a:cubicBezTo>
                      <a:pt x="465" y="203"/>
                      <a:pt x="524" y="215"/>
                      <a:pt x="584" y="251"/>
                    </a:cubicBezTo>
                    <a:cubicBezTo>
                      <a:pt x="643" y="286"/>
                      <a:pt x="691" y="334"/>
                      <a:pt x="739" y="394"/>
                    </a:cubicBezTo>
                    <a:cubicBezTo>
                      <a:pt x="786" y="453"/>
                      <a:pt x="834" y="513"/>
                      <a:pt x="882" y="584"/>
                    </a:cubicBezTo>
                    <a:cubicBezTo>
                      <a:pt x="929" y="632"/>
                      <a:pt x="965" y="691"/>
                      <a:pt x="1001" y="739"/>
                    </a:cubicBezTo>
                    <a:cubicBezTo>
                      <a:pt x="1036" y="786"/>
                      <a:pt x="1084" y="834"/>
                      <a:pt x="1120" y="870"/>
                    </a:cubicBezTo>
                    <a:cubicBezTo>
                      <a:pt x="1167" y="906"/>
                      <a:pt x="1203" y="941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lnTo>
                      <a:pt x="1310" y="1"/>
                    </a:lnTo>
                    <a:lnTo>
                      <a:pt x="1310" y="775"/>
                    </a:lnTo>
                    <a:cubicBezTo>
                      <a:pt x="1274" y="763"/>
                      <a:pt x="1251" y="739"/>
                      <a:pt x="1215" y="715"/>
                    </a:cubicBezTo>
                    <a:cubicBezTo>
                      <a:pt x="1179" y="679"/>
                      <a:pt x="1144" y="644"/>
                      <a:pt x="1108" y="596"/>
                    </a:cubicBezTo>
                    <a:cubicBezTo>
                      <a:pt x="1072" y="548"/>
                      <a:pt x="1048" y="513"/>
                      <a:pt x="1013" y="465"/>
                    </a:cubicBezTo>
                    <a:cubicBezTo>
                      <a:pt x="965" y="394"/>
                      <a:pt x="929" y="334"/>
                      <a:pt x="882" y="286"/>
                    </a:cubicBezTo>
                    <a:cubicBezTo>
                      <a:pt x="834" y="227"/>
                      <a:pt x="798" y="179"/>
                      <a:pt x="751" y="132"/>
                    </a:cubicBezTo>
                    <a:cubicBezTo>
                      <a:pt x="703" y="96"/>
                      <a:pt x="643" y="60"/>
                      <a:pt x="596" y="36"/>
                    </a:cubicBezTo>
                    <a:cubicBezTo>
                      <a:pt x="536" y="13"/>
                      <a:pt x="477" y="1"/>
                      <a:pt x="4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5" name="Google Shape;1105;p45"/>
              <p:cNvSpPr/>
              <p:nvPr/>
            </p:nvSpPr>
            <p:spPr>
              <a:xfrm>
                <a:off x="2462800" y="7781650"/>
                <a:ext cx="366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906" extrusionOk="0">
                    <a:moveTo>
                      <a:pt x="1298" y="0"/>
                    </a:moveTo>
                    <a:lnTo>
                      <a:pt x="1298" y="346"/>
                    </a:lnTo>
                    <a:lnTo>
                      <a:pt x="0" y="346"/>
                    </a:lnTo>
                    <a:lnTo>
                      <a:pt x="0" y="429"/>
                    </a:lnTo>
                    <a:cubicBezTo>
                      <a:pt x="36" y="477"/>
                      <a:pt x="72" y="524"/>
                      <a:pt x="96" y="572"/>
                    </a:cubicBezTo>
                    <a:cubicBezTo>
                      <a:pt x="119" y="631"/>
                      <a:pt x="143" y="679"/>
                      <a:pt x="155" y="739"/>
                    </a:cubicBezTo>
                    <a:cubicBezTo>
                      <a:pt x="167" y="798"/>
                      <a:pt x="167" y="846"/>
                      <a:pt x="179" y="905"/>
                    </a:cubicBezTo>
                    <a:lnTo>
                      <a:pt x="298" y="905"/>
                    </a:lnTo>
                    <a:lnTo>
                      <a:pt x="298" y="536"/>
                    </a:lnTo>
                    <a:lnTo>
                      <a:pt x="1298" y="536"/>
                    </a:lnTo>
                    <a:lnTo>
                      <a:pt x="1298" y="893"/>
                    </a:lnTo>
                    <a:lnTo>
                      <a:pt x="1465" y="893"/>
                    </a:lnTo>
                    <a:lnTo>
                      <a:pt x="146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6" name="Google Shape;1106;p45"/>
              <p:cNvSpPr/>
              <p:nvPr/>
            </p:nvSpPr>
            <p:spPr>
              <a:xfrm>
                <a:off x="2462200" y="7752175"/>
                <a:ext cx="369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01" extrusionOk="0">
                    <a:moveTo>
                      <a:pt x="405" y="1"/>
                    </a:moveTo>
                    <a:cubicBezTo>
                      <a:pt x="358" y="1"/>
                      <a:pt x="310" y="13"/>
                      <a:pt x="251" y="36"/>
                    </a:cubicBezTo>
                    <a:cubicBezTo>
                      <a:pt x="203" y="48"/>
                      <a:pt x="167" y="84"/>
                      <a:pt x="120" y="120"/>
                    </a:cubicBezTo>
                    <a:cubicBezTo>
                      <a:pt x="84" y="155"/>
                      <a:pt x="60" y="203"/>
                      <a:pt x="36" y="263"/>
                    </a:cubicBezTo>
                    <a:cubicBezTo>
                      <a:pt x="12" y="322"/>
                      <a:pt x="1" y="394"/>
                      <a:pt x="1" y="465"/>
                    </a:cubicBezTo>
                    <a:cubicBezTo>
                      <a:pt x="1" y="560"/>
                      <a:pt x="12" y="644"/>
                      <a:pt x="48" y="727"/>
                    </a:cubicBezTo>
                    <a:cubicBezTo>
                      <a:pt x="72" y="798"/>
                      <a:pt x="120" y="870"/>
                      <a:pt x="191" y="905"/>
                    </a:cubicBezTo>
                    <a:cubicBezTo>
                      <a:pt x="251" y="953"/>
                      <a:pt x="334" y="977"/>
                      <a:pt x="441" y="977"/>
                    </a:cubicBezTo>
                    <a:lnTo>
                      <a:pt x="524" y="977"/>
                    </a:lnTo>
                    <a:lnTo>
                      <a:pt x="524" y="786"/>
                    </a:lnTo>
                    <a:lnTo>
                      <a:pt x="441" y="786"/>
                    </a:lnTo>
                    <a:cubicBezTo>
                      <a:pt x="393" y="786"/>
                      <a:pt x="346" y="775"/>
                      <a:pt x="298" y="763"/>
                    </a:cubicBezTo>
                    <a:cubicBezTo>
                      <a:pt x="262" y="739"/>
                      <a:pt x="227" y="703"/>
                      <a:pt x="203" y="655"/>
                    </a:cubicBezTo>
                    <a:cubicBezTo>
                      <a:pt x="179" y="620"/>
                      <a:pt x="155" y="548"/>
                      <a:pt x="155" y="477"/>
                    </a:cubicBezTo>
                    <a:cubicBezTo>
                      <a:pt x="155" y="417"/>
                      <a:pt x="167" y="370"/>
                      <a:pt x="191" y="322"/>
                    </a:cubicBezTo>
                    <a:cubicBezTo>
                      <a:pt x="215" y="286"/>
                      <a:pt x="239" y="251"/>
                      <a:pt x="274" y="227"/>
                    </a:cubicBezTo>
                    <a:cubicBezTo>
                      <a:pt x="310" y="215"/>
                      <a:pt x="358" y="203"/>
                      <a:pt x="393" y="203"/>
                    </a:cubicBezTo>
                    <a:cubicBezTo>
                      <a:pt x="465" y="203"/>
                      <a:pt x="524" y="215"/>
                      <a:pt x="584" y="251"/>
                    </a:cubicBezTo>
                    <a:cubicBezTo>
                      <a:pt x="643" y="286"/>
                      <a:pt x="691" y="334"/>
                      <a:pt x="739" y="394"/>
                    </a:cubicBezTo>
                    <a:cubicBezTo>
                      <a:pt x="786" y="453"/>
                      <a:pt x="834" y="513"/>
                      <a:pt x="882" y="584"/>
                    </a:cubicBezTo>
                    <a:cubicBezTo>
                      <a:pt x="929" y="632"/>
                      <a:pt x="965" y="691"/>
                      <a:pt x="1001" y="739"/>
                    </a:cubicBezTo>
                    <a:cubicBezTo>
                      <a:pt x="1036" y="786"/>
                      <a:pt x="1084" y="834"/>
                      <a:pt x="1120" y="870"/>
                    </a:cubicBezTo>
                    <a:cubicBezTo>
                      <a:pt x="1167" y="905"/>
                      <a:pt x="1203" y="941"/>
                      <a:pt x="1263" y="965"/>
                    </a:cubicBezTo>
                    <a:cubicBezTo>
                      <a:pt x="1310" y="989"/>
                      <a:pt x="1358" y="1001"/>
                      <a:pt x="1417" y="1001"/>
                    </a:cubicBezTo>
                    <a:lnTo>
                      <a:pt x="1477" y="1001"/>
                    </a:lnTo>
                    <a:lnTo>
                      <a:pt x="1477" y="1"/>
                    </a:lnTo>
                    <a:lnTo>
                      <a:pt x="1310" y="1"/>
                    </a:lnTo>
                    <a:lnTo>
                      <a:pt x="1310" y="775"/>
                    </a:lnTo>
                    <a:cubicBezTo>
                      <a:pt x="1274" y="763"/>
                      <a:pt x="1251" y="739"/>
                      <a:pt x="1215" y="715"/>
                    </a:cubicBezTo>
                    <a:cubicBezTo>
                      <a:pt x="1179" y="679"/>
                      <a:pt x="1144" y="644"/>
                      <a:pt x="1108" y="596"/>
                    </a:cubicBezTo>
                    <a:cubicBezTo>
                      <a:pt x="1072" y="560"/>
                      <a:pt x="1048" y="513"/>
                      <a:pt x="1013" y="465"/>
                    </a:cubicBezTo>
                    <a:cubicBezTo>
                      <a:pt x="965" y="405"/>
                      <a:pt x="929" y="346"/>
                      <a:pt x="882" y="286"/>
                    </a:cubicBezTo>
                    <a:cubicBezTo>
                      <a:pt x="834" y="227"/>
                      <a:pt x="798" y="179"/>
                      <a:pt x="751" y="143"/>
                    </a:cubicBezTo>
                    <a:cubicBezTo>
                      <a:pt x="703" y="96"/>
                      <a:pt x="643" y="60"/>
                      <a:pt x="596" y="36"/>
                    </a:cubicBezTo>
                    <a:cubicBezTo>
                      <a:pt x="536" y="13"/>
                      <a:pt x="477" y="1"/>
                      <a:pt x="4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7" name="Google Shape;1107;p45"/>
              <p:cNvSpPr/>
              <p:nvPr/>
            </p:nvSpPr>
            <p:spPr>
              <a:xfrm>
                <a:off x="2462200" y="77215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1096" y="0"/>
                    </a:moveTo>
                    <a:cubicBezTo>
                      <a:pt x="1001" y="0"/>
                      <a:pt x="917" y="24"/>
                      <a:pt x="858" y="84"/>
                    </a:cubicBezTo>
                    <a:cubicBezTo>
                      <a:pt x="798" y="131"/>
                      <a:pt x="763" y="203"/>
                      <a:pt x="739" y="274"/>
                    </a:cubicBezTo>
                    <a:lnTo>
                      <a:pt x="727" y="274"/>
                    </a:lnTo>
                    <a:cubicBezTo>
                      <a:pt x="715" y="238"/>
                      <a:pt x="691" y="191"/>
                      <a:pt x="655" y="155"/>
                    </a:cubicBezTo>
                    <a:cubicBezTo>
                      <a:pt x="632" y="119"/>
                      <a:pt x="596" y="96"/>
                      <a:pt x="548" y="72"/>
                    </a:cubicBezTo>
                    <a:cubicBezTo>
                      <a:pt x="512" y="48"/>
                      <a:pt x="453" y="36"/>
                      <a:pt x="393" y="36"/>
                    </a:cubicBezTo>
                    <a:cubicBezTo>
                      <a:pt x="310" y="36"/>
                      <a:pt x="239" y="48"/>
                      <a:pt x="179" y="96"/>
                    </a:cubicBezTo>
                    <a:cubicBezTo>
                      <a:pt x="120" y="131"/>
                      <a:pt x="84" y="191"/>
                      <a:pt x="48" y="262"/>
                    </a:cubicBezTo>
                    <a:cubicBezTo>
                      <a:pt x="24" y="334"/>
                      <a:pt x="1" y="417"/>
                      <a:pt x="1" y="512"/>
                    </a:cubicBezTo>
                    <a:cubicBezTo>
                      <a:pt x="1" y="607"/>
                      <a:pt x="24" y="691"/>
                      <a:pt x="60" y="762"/>
                    </a:cubicBezTo>
                    <a:cubicBezTo>
                      <a:pt x="84" y="834"/>
                      <a:pt x="131" y="893"/>
                      <a:pt x="191" y="929"/>
                    </a:cubicBezTo>
                    <a:cubicBezTo>
                      <a:pt x="262" y="977"/>
                      <a:pt x="334" y="1000"/>
                      <a:pt x="405" y="1000"/>
                    </a:cubicBezTo>
                    <a:lnTo>
                      <a:pt x="453" y="1000"/>
                    </a:lnTo>
                    <a:lnTo>
                      <a:pt x="453" y="810"/>
                    </a:lnTo>
                    <a:lnTo>
                      <a:pt x="417" y="810"/>
                    </a:lnTo>
                    <a:cubicBezTo>
                      <a:pt x="358" y="810"/>
                      <a:pt x="310" y="798"/>
                      <a:pt x="274" y="762"/>
                    </a:cubicBezTo>
                    <a:cubicBezTo>
                      <a:pt x="239" y="738"/>
                      <a:pt x="203" y="703"/>
                      <a:pt x="191" y="655"/>
                    </a:cubicBezTo>
                    <a:cubicBezTo>
                      <a:pt x="167" y="607"/>
                      <a:pt x="155" y="560"/>
                      <a:pt x="155" y="500"/>
                    </a:cubicBezTo>
                    <a:cubicBezTo>
                      <a:pt x="155" y="453"/>
                      <a:pt x="167" y="405"/>
                      <a:pt x="191" y="369"/>
                    </a:cubicBezTo>
                    <a:cubicBezTo>
                      <a:pt x="203" y="322"/>
                      <a:pt x="227" y="286"/>
                      <a:pt x="262" y="262"/>
                    </a:cubicBezTo>
                    <a:cubicBezTo>
                      <a:pt x="298" y="238"/>
                      <a:pt x="346" y="226"/>
                      <a:pt x="405" y="226"/>
                    </a:cubicBezTo>
                    <a:cubicBezTo>
                      <a:pt x="465" y="226"/>
                      <a:pt x="512" y="238"/>
                      <a:pt x="560" y="274"/>
                    </a:cubicBezTo>
                    <a:cubicBezTo>
                      <a:pt x="596" y="298"/>
                      <a:pt x="620" y="334"/>
                      <a:pt x="643" y="381"/>
                    </a:cubicBezTo>
                    <a:cubicBezTo>
                      <a:pt x="655" y="429"/>
                      <a:pt x="667" y="477"/>
                      <a:pt x="667" y="524"/>
                    </a:cubicBezTo>
                    <a:lnTo>
                      <a:pt x="667" y="691"/>
                    </a:lnTo>
                    <a:lnTo>
                      <a:pt x="822" y="691"/>
                    </a:lnTo>
                    <a:lnTo>
                      <a:pt x="822" y="536"/>
                    </a:lnTo>
                    <a:cubicBezTo>
                      <a:pt x="822" y="477"/>
                      <a:pt x="822" y="417"/>
                      <a:pt x="846" y="369"/>
                    </a:cubicBezTo>
                    <a:cubicBezTo>
                      <a:pt x="858" y="322"/>
                      <a:pt x="882" y="274"/>
                      <a:pt x="917" y="238"/>
                    </a:cubicBezTo>
                    <a:cubicBezTo>
                      <a:pt x="953" y="215"/>
                      <a:pt x="1013" y="191"/>
                      <a:pt x="1084" y="191"/>
                    </a:cubicBezTo>
                    <a:cubicBezTo>
                      <a:pt x="1179" y="191"/>
                      <a:pt x="1239" y="226"/>
                      <a:pt x="1286" y="286"/>
                    </a:cubicBezTo>
                    <a:cubicBezTo>
                      <a:pt x="1334" y="346"/>
                      <a:pt x="1358" y="429"/>
                      <a:pt x="1358" y="524"/>
                    </a:cubicBezTo>
                    <a:cubicBezTo>
                      <a:pt x="1358" y="619"/>
                      <a:pt x="1334" y="703"/>
                      <a:pt x="1286" y="750"/>
                    </a:cubicBezTo>
                    <a:cubicBezTo>
                      <a:pt x="1239" y="810"/>
                      <a:pt x="1167" y="834"/>
                      <a:pt x="1084" y="834"/>
                    </a:cubicBezTo>
                    <a:lnTo>
                      <a:pt x="1048" y="834"/>
                    </a:lnTo>
                    <a:lnTo>
                      <a:pt x="1048" y="1024"/>
                    </a:lnTo>
                    <a:lnTo>
                      <a:pt x="1084" y="1024"/>
                    </a:lnTo>
                    <a:cubicBezTo>
                      <a:pt x="1167" y="1024"/>
                      <a:pt x="1251" y="1012"/>
                      <a:pt x="1310" y="965"/>
                    </a:cubicBezTo>
                    <a:cubicBezTo>
                      <a:pt x="1370" y="929"/>
                      <a:pt x="1417" y="869"/>
                      <a:pt x="1453" y="798"/>
                    </a:cubicBezTo>
                    <a:cubicBezTo>
                      <a:pt x="1489" y="715"/>
                      <a:pt x="1513" y="619"/>
                      <a:pt x="1513" y="512"/>
                    </a:cubicBezTo>
                    <a:cubicBezTo>
                      <a:pt x="1513" y="405"/>
                      <a:pt x="1489" y="322"/>
                      <a:pt x="1465" y="250"/>
                    </a:cubicBezTo>
                    <a:cubicBezTo>
                      <a:pt x="1429" y="167"/>
                      <a:pt x="1382" y="107"/>
                      <a:pt x="1322" y="72"/>
                    </a:cubicBezTo>
                    <a:cubicBezTo>
                      <a:pt x="1251" y="24"/>
                      <a:pt x="1179" y="0"/>
                      <a:pt x="10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8" name="Google Shape;1108;p45"/>
              <p:cNvSpPr/>
              <p:nvPr/>
            </p:nvSpPr>
            <p:spPr>
              <a:xfrm>
                <a:off x="2462200" y="7679550"/>
                <a:ext cx="369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61" extrusionOk="0">
                    <a:moveTo>
                      <a:pt x="965" y="0"/>
                    </a:moveTo>
                    <a:lnTo>
                      <a:pt x="965" y="191"/>
                    </a:lnTo>
                    <a:lnTo>
                      <a:pt x="215" y="191"/>
                    </a:lnTo>
                    <a:lnTo>
                      <a:pt x="215" y="286"/>
                    </a:lnTo>
                    <a:cubicBezTo>
                      <a:pt x="239" y="298"/>
                      <a:pt x="262" y="298"/>
                      <a:pt x="286" y="310"/>
                    </a:cubicBezTo>
                    <a:cubicBezTo>
                      <a:pt x="310" y="310"/>
                      <a:pt x="334" y="322"/>
                      <a:pt x="358" y="334"/>
                    </a:cubicBezTo>
                    <a:lnTo>
                      <a:pt x="441" y="358"/>
                    </a:lnTo>
                    <a:cubicBezTo>
                      <a:pt x="465" y="370"/>
                      <a:pt x="489" y="370"/>
                      <a:pt x="512" y="381"/>
                    </a:cubicBezTo>
                    <a:lnTo>
                      <a:pt x="965" y="381"/>
                    </a:lnTo>
                    <a:lnTo>
                      <a:pt x="965" y="882"/>
                    </a:lnTo>
                    <a:cubicBezTo>
                      <a:pt x="953" y="858"/>
                      <a:pt x="917" y="834"/>
                      <a:pt x="870" y="810"/>
                    </a:cubicBezTo>
                    <a:cubicBezTo>
                      <a:pt x="822" y="786"/>
                      <a:pt x="763" y="751"/>
                      <a:pt x="691" y="727"/>
                    </a:cubicBezTo>
                    <a:cubicBezTo>
                      <a:pt x="632" y="691"/>
                      <a:pt x="560" y="655"/>
                      <a:pt x="477" y="620"/>
                    </a:cubicBezTo>
                    <a:cubicBezTo>
                      <a:pt x="405" y="596"/>
                      <a:pt x="322" y="560"/>
                      <a:pt x="239" y="536"/>
                    </a:cubicBezTo>
                    <a:cubicBezTo>
                      <a:pt x="167" y="512"/>
                      <a:pt x="84" y="489"/>
                      <a:pt x="1" y="465"/>
                    </a:cubicBezTo>
                    <a:lnTo>
                      <a:pt x="1" y="667"/>
                    </a:lnTo>
                    <a:cubicBezTo>
                      <a:pt x="120" y="691"/>
                      <a:pt x="239" y="727"/>
                      <a:pt x="346" y="762"/>
                    </a:cubicBezTo>
                    <a:cubicBezTo>
                      <a:pt x="453" y="798"/>
                      <a:pt x="560" y="846"/>
                      <a:pt x="667" y="893"/>
                    </a:cubicBezTo>
                    <a:cubicBezTo>
                      <a:pt x="763" y="941"/>
                      <a:pt x="870" y="1001"/>
                      <a:pt x="977" y="1060"/>
                    </a:cubicBezTo>
                    <a:lnTo>
                      <a:pt x="1132" y="1060"/>
                    </a:lnTo>
                    <a:lnTo>
                      <a:pt x="1132" y="381"/>
                    </a:lnTo>
                    <a:lnTo>
                      <a:pt x="1477" y="381"/>
                    </a:lnTo>
                    <a:lnTo>
                      <a:pt x="1477" y="191"/>
                    </a:lnTo>
                    <a:lnTo>
                      <a:pt x="1120" y="191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09" name="Google Shape;1109;p45"/>
              <p:cNvSpPr/>
              <p:nvPr/>
            </p:nvSpPr>
            <p:spPr>
              <a:xfrm>
                <a:off x="2462800" y="7649775"/>
                <a:ext cx="372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013" extrusionOk="0">
                    <a:moveTo>
                      <a:pt x="977" y="1"/>
                    </a:moveTo>
                    <a:cubicBezTo>
                      <a:pt x="869" y="1"/>
                      <a:pt x="786" y="25"/>
                      <a:pt x="715" y="60"/>
                    </a:cubicBezTo>
                    <a:cubicBezTo>
                      <a:pt x="643" y="96"/>
                      <a:pt x="596" y="156"/>
                      <a:pt x="560" y="227"/>
                    </a:cubicBezTo>
                    <a:cubicBezTo>
                      <a:pt x="524" y="287"/>
                      <a:pt x="512" y="370"/>
                      <a:pt x="512" y="453"/>
                    </a:cubicBezTo>
                    <a:cubicBezTo>
                      <a:pt x="512" y="501"/>
                      <a:pt x="524" y="549"/>
                      <a:pt x="524" y="584"/>
                    </a:cubicBezTo>
                    <a:cubicBezTo>
                      <a:pt x="536" y="632"/>
                      <a:pt x="560" y="656"/>
                      <a:pt x="572" y="691"/>
                    </a:cubicBezTo>
                    <a:cubicBezTo>
                      <a:pt x="596" y="727"/>
                      <a:pt x="608" y="751"/>
                      <a:pt x="631" y="775"/>
                    </a:cubicBezTo>
                    <a:lnTo>
                      <a:pt x="179" y="739"/>
                    </a:lnTo>
                    <a:lnTo>
                      <a:pt x="179" y="72"/>
                    </a:lnTo>
                    <a:lnTo>
                      <a:pt x="0" y="72"/>
                    </a:lnTo>
                    <a:lnTo>
                      <a:pt x="0" y="906"/>
                    </a:lnTo>
                    <a:lnTo>
                      <a:pt x="810" y="965"/>
                    </a:lnTo>
                    <a:lnTo>
                      <a:pt x="834" y="787"/>
                    </a:lnTo>
                    <a:cubicBezTo>
                      <a:pt x="798" y="763"/>
                      <a:pt x="774" y="739"/>
                      <a:pt x="750" y="715"/>
                    </a:cubicBezTo>
                    <a:cubicBezTo>
                      <a:pt x="727" y="680"/>
                      <a:pt x="703" y="644"/>
                      <a:pt x="691" y="608"/>
                    </a:cubicBezTo>
                    <a:cubicBezTo>
                      <a:pt x="679" y="572"/>
                      <a:pt x="667" y="525"/>
                      <a:pt x="667" y="489"/>
                    </a:cubicBezTo>
                    <a:cubicBezTo>
                      <a:pt x="667" y="429"/>
                      <a:pt x="679" y="382"/>
                      <a:pt x="703" y="334"/>
                    </a:cubicBezTo>
                    <a:cubicBezTo>
                      <a:pt x="727" y="287"/>
                      <a:pt x="762" y="251"/>
                      <a:pt x="810" y="227"/>
                    </a:cubicBezTo>
                    <a:cubicBezTo>
                      <a:pt x="858" y="203"/>
                      <a:pt x="917" y="191"/>
                      <a:pt x="989" y="191"/>
                    </a:cubicBezTo>
                    <a:cubicBezTo>
                      <a:pt x="1060" y="191"/>
                      <a:pt x="1131" y="203"/>
                      <a:pt x="1179" y="239"/>
                    </a:cubicBezTo>
                    <a:cubicBezTo>
                      <a:pt x="1227" y="263"/>
                      <a:pt x="1262" y="299"/>
                      <a:pt x="1286" y="346"/>
                    </a:cubicBezTo>
                    <a:cubicBezTo>
                      <a:pt x="1310" y="394"/>
                      <a:pt x="1322" y="441"/>
                      <a:pt x="1322" y="501"/>
                    </a:cubicBezTo>
                    <a:cubicBezTo>
                      <a:pt x="1322" y="560"/>
                      <a:pt x="1310" y="620"/>
                      <a:pt x="1286" y="668"/>
                    </a:cubicBezTo>
                    <a:cubicBezTo>
                      <a:pt x="1262" y="715"/>
                      <a:pt x="1227" y="751"/>
                      <a:pt x="1179" y="787"/>
                    </a:cubicBezTo>
                    <a:cubicBezTo>
                      <a:pt x="1131" y="810"/>
                      <a:pt x="1072" y="822"/>
                      <a:pt x="1012" y="822"/>
                    </a:cubicBezTo>
                    <a:lnTo>
                      <a:pt x="1012" y="1013"/>
                    </a:lnTo>
                    <a:cubicBezTo>
                      <a:pt x="1108" y="1013"/>
                      <a:pt x="1191" y="989"/>
                      <a:pt x="1262" y="953"/>
                    </a:cubicBezTo>
                    <a:cubicBezTo>
                      <a:pt x="1334" y="906"/>
                      <a:pt x="1393" y="846"/>
                      <a:pt x="1429" y="775"/>
                    </a:cubicBezTo>
                    <a:cubicBezTo>
                      <a:pt x="1465" y="691"/>
                      <a:pt x="1489" y="608"/>
                      <a:pt x="1489" y="501"/>
                    </a:cubicBezTo>
                    <a:cubicBezTo>
                      <a:pt x="1489" y="406"/>
                      <a:pt x="1465" y="310"/>
                      <a:pt x="1429" y="239"/>
                    </a:cubicBezTo>
                    <a:cubicBezTo>
                      <a:pt x="1381" y="168"/>
                      <a:pt x="1322" y="108"/>
                      <a:pt x="1250" y="60"/>
                    </a:cubicBezTo>
                    <a:cubicBezTo>
                      <a:pt x="1179" y="25"/>
                      <a:pt x="1084" y="1"/>
                      <a:pt x="9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10" name="Google Shape;1110;p45"/>
              <p:cNvSpPr/>
              <p:nvPr/>
            </p:nvSpPr>
            <p:spPr>
              <a:xfrm>
                <a:off x="2462200" y="76191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1024" y="191"/>
                    </a:moveTo>
                    <a:cubicBezTo>
                      <a:pt x="1084" y="191"/>
                      <a:pt x="1132" y="203"/>
                      <a:pt x="1191" y="227"/>
                    </a:cubicBezTo>
                    <a:cubicBezTo>
                      <a:pt x="1239" y="251"/>
                      <a:pt x="1274" y="286"/>
                      <a:pt x="1310" y="334"/>
                    </a:cubicBezTo>
                    <a:cubicBezTo>
                      <a:pt x="1334" y="370"/>
                      <a:pt x="1358" y="429"/>
                      <a:pt x="1358" y="501"/>
                    </a:cubicBezTo>
                    <a:cubicBezTo>
                      <a:pt x="1358" y="572"/>
                      <a:pt x="1334" y="632"/>
                      <a:pt x="1310" y="679"/>
                    </a:cubicBezTo>
                    <a:cubicBezTo>
                      <a:pt x="1274" y="715"/>
                      <a:pt x="1239" y="751"/>
                      <a:pt x="1191" y="774"/>
                    </a:cubicBezTo>
                    <a:cubicBezTo>
                      <a:pt x="1144" y="798"/>
                      <a:pt x="1084" y="810"/>
                      <a:pt x="1024" y="810"/>
                    </a:cubicBezTo>
                    <a:cubicBezTo>
                      <a:pt x="965" y="810"/>
                      <a:pt x="917" y="798"/>
                      <a:pt x="858" y="774"/>
                    </a:cubicBezTo>
                    <a:cubicBezTo>
                      <a:pt x="810" y="751"/>
                      <a:pt x="774" y="715"/>
                      <a:pt x="751" y="667"/>
                    </a:cubicBezTo>
                    <a:cubicBezTo>
                      <a:pt x="715" y="620"/>
                      <a:pt x="703" y="560"/>
                      <a:pt x="703" y="501"/>
                    </a:cubicBezTo>
                    <a:cubicBezTo>
                      <a:pt x="703" y="429"/>
                      <a:pt x="715" y="370"/>
                      <a:pt x="739" y="322"/>
                    </a:cubicBezTo>
                    <a:cubicBezTo>
                      <a:pt x="774" y="274"/>
                      <a:pt x="810" y="251"/>
                      <a:pt x="858" y="227"/>
                    </a:cubicBezTo>
                    <a:cubicBezTo>
                      <a:pt x="905" y="203"/>
                      <a:pt x="965" y="191"/>
                      <a:pt x="1024" y="191"/>
                    </a:cubicBezTo>
                    <a:close/>
                    <a:moveTo>
                      <a:pt x="1024" y="1"/>
                    </a:moveTo>
                    <a:cubicBezTo>
                      <a:pt x="929" y="1"/>
                      <a:pt x="858" y="24"/>
                      <a:pt x="786" y="48"/>
                    </a:cubicBezTo>
                    <a:cubicBezTo>
                      <a:pt x="703" y="84"/>
                      <a:pt x="655" y="131"/>
                      <a:pt x="608" y="203"/>
                    </a:cubicBezTo>
                    <a:cubicBezTo>
                      <a:pt x="572" y="274"/>
                      <a:pt x="548" y="358"/>
                      <a:pt x="548" y="465"/>
                    </a:cubicBezTo>
                    <a:cubicBezTo>
                      <a:pt x="548" y="512"/>
                      <a:pt x="560" y="572"/>
                      <a:pt x="572" y="620"/>
                    </a:cubicBezTo>
                    <a:cubicBezTo>
                      <a:pt x="584" y="667"/>
                      <a:pt x="608" y="715"/>
                      <a:pt x="632" y="751"/>
                    </a:cubicBezTo>
                    <a:cubicBezTo>
                      <a:pt x="667" y="786"/>
                      <a:pt x="691" y="810"/>
                      <a:pt x="727" y="834"/>
                    </a:cubicBezTo>
                    <a:cubicBezTo>
                      <a:pt x="608" y="834"/>
                      <a:pt x="501" y="822"/>
                      <a:pt x="417" y="798"/>
                    </a:cubicBezTo>
                    <a:cubicBezTo>
                      <a:pt x="334" y="786"/>
                      <a:pt x="274" y="751"/>
                      <a:pt x="227" y="703"/>
                    </a:cubicBezTo>
                    <a:cubicBezTo>
                      <a:pt x="179" y="655"/>
                      <a:pt x="155" y="596"/>
                      <a:pt x="155" y="501"/>
                    </a:cubicBezTo>
                    <a:cubicBezTo>
                      <a:pt x="155" y="453"/>
                      <a:pt x="167" y="393"/>
                      <a:pt x="191" y="358"/>
                    </a:cubicBezTo>
                    <a:cubicBezTo>
                      <a:pt x="215" y="322"/>
                      <a:pt x="251" y="286"/>
                      <a:pt x="286" y="274"/>
                    </a:cubicBezTo>
                    <a:cubicBezTo>
                      <a:pt x="334" y="251"/>
                      <a:pt x="393" y="251"/>
                      <a:pt x="453" y="251"/>
                    </a:cubicBezTo>
                    <a:lnTo>
                      <a:pt x="453" y="60"/>
                    </a:lnTo>
                    <a:cubicBezTo>
                      <a:pt x="370" y="60"/>
                      <a:pt x="286" y="72"/>
                      <a:pt x="227" y="96"/>
                    </a:cubicBezTo>
                    <a:cubicBezTo>
                      <a:pt x="155" y="131"/>
                      <a:pt x="108" y="179"/>
                      <a:pt x="60" y="239"/>
                    </a:cubicBezTo>
                    <a:cubicBezTo>
                      <a:pt x="24" y="310"/>
                      <a:pt x="1" y="393"/>
                      <a:pt x="1" y="489"/>
                    </a:cubicBezTo>
                    <a:cubicBezTo>
                      <a:pt x="1" y="572"/>
                      <a:pt x="12" y="655"/>
                      <a:pt x="48" y="715"/>
                    </a:cubicBezTo>
                    <a:cubicBezTo>
                      <a:pt x="72" y="786"/>
                      <a:pt x="120" y="834"/>
                      <a:pt x="179" y="882"/>
                    </a:cubicBezTo>
                    <a:cubicBezTo>
                      <a:pt x="239" y="929"/>
                      <a:pt x="322" y="965"/>
                      <a:pt x="417" y="989"/>
                    </a:cubicBezTo>
                    <a:cubicBezTo>
                      <a:pt x="524" y="1013"/>
                      <a:pt x="643" y="1024"/>
                      <a:pt x="798" y="1024"/>
                    </a:cubicBezTo>
                    <a:cubicBezTo>
                      <a:pt x="929" y="1024"/>
                      <a:pt x="1048" y="1013"/>
                      <a:pt x="1144" y="989"/>
                    </a:cubicBezTo>
                    <a:cubicBezTo>
                      <a:pt x="1227" y="965"/>
                      <a:pt x="1298" y="929"/>
                      <a:pt x="1358" y="882"/>
                    </a:cubicBezTo>
                    <a:cubicBezTo>
                      <a:pt x="1405" y="834"/>
                      <a:pt x="1453" y="774"/>
                      <a:pt x="1477" y="715"/>
                    </a:cubicBezTo>
                    <a:cubicBezTo>
                      <a:pt x="1501" y="643"/>
                      <a:pt x="1513" y="572"/>
                      <a:pt x="1513" y="489"/>
                    </a:cubicBezTo>
                    <a:cubicBezTo>
                      <a:pt x="1513" y="393"/>
                      <a:pt x="1489" y="310"/>
                      <a:pt x="1453" y="239"/>
                    </a:cubicBezTo>
                    <a:cubicBezTo>
                      <a:pt x="1405" y="167"/>
                      <a:pt x="1346" y="108"/>
                      <a:pt x="1274" y="72"/>
                    </a:cubicBezTo>
                    <a:cubicBezTo>
                      <a:pt x="1203" y="24"/>
                      <a:pt x="1120" y="1"/>
                      <a:pt x="10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11" name="Google Shape;1111;p45"/>
              <p:cNvSpPr/>
              <p:nvPr/>
            </p:nvSpPr>
            <p:spPr>
              <a:xfrm>
                <a:off x="2462800" y="7577750"/>
                <a:ext cx="366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025" extrusionOk="0">
                    <a:moveTo>
                      <a:pt x="1453" y="798"/>
                    </a:moveTo>
                    <a:lnTo>
                      <a:pt x="1453" y="798"/>
                    </a:lnTo>
                    <a:lnTo>
                      <a:pt x="1465" y="798"/>
                    </a:lnTo>
                    <a:cubicBezTo>
                      <a:pt x="1461" y="798"/>
                      <a:pt x="1457" y="798"/>
                      <a:pt x="1453" y="798"/>
                    </a:cubicBezTo>
                    <a:close/>
                    <a:moveTo>
                      <a:pt x="0" y="1"/>
                    </a:moveTo>
                    <a:lnTo>
                      <a:pt x="0" y="1024"/>
                    </a:lnTo>
                    <a:lnTo>
                      <a:pt x="179" y="1024"/>
                    </a:lnTo>
                    <a:lnTo>
                      <a:pt x="179" y="239"/>
                    </a:lnTo>
                    <a:cubicBezTo>
                      <a:pt x="250" y="298"/>
                      <a:pt x="334" y="370"/>
                      <a:pt x="429" y="429"/>
                    </a:cubicBezTo>
                    <a:cubicBezTo>
                      <a:pt x="524" y="501"/>
                      <a:pt x="631" y="560"/>
                      <a:pt x="739" y="608"/>
                    </a:cubicBezTo>
                    <a:cubicBezTo>
                      <a:pt x="846" y="667"/>
                      <a:pt x="953" y="703"/>
                      <a:pt x="1084" y="739"/>
                    </a:cubicBezTo>
                    <a:cubicBezTo>
                      <a:pt x="1199" y="773"/>
                      <a:pt x="1326" y="797"/>
                      <a:pt x="1453" y="798"/>
                    </a:cubicBezTo>
                    <a:lnTo>
                      <a:pt x="1453" y="798"/>
                    </a:lnTo>
                    <a:lnTo>
                      <a:pt x="1453" y="596"/>
                    </a:lnTo>
                    <a:lnTo>
                      <a:pt x="1358" y="596"/>
                    </a:lnTo>
                    <a:cubicBezTo>
                      <a:pt x="1262" y="596"/>
                      <a:pt x="1179" y="584"/>
                      <a:pt x="1084" y="560"/>
                    </a:cubicBezTo>
                    <a:cubicBezTo>
                      <a:pt x="989" y="524"/>
                      <a:pt x="905" y="501"/>
                      <a:pt x="810" y="453"/>
                    </a:cubicBezTo>
                    <a:cubicBezTo>
                      <a:pt x="727" y="417"/>
                      <a:pt x="643" y="370"/>
                      <a:pt x="560" y="322"/>
                    </a:cubicBezTo>
                    <a:cubicBezTo>
                      <a:pt x="477" y="262"/>
                      <a:pt x="393" y="215"/>
                      <a:pt x="322" y="155"/>
                    </a:cubicBezTo>
                    <a:cubicBezTo>
                      <a:pt x="250" y="96"/>
                      <a:pt x="179" y="48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12" name="Google Shape;1112;p45"/>
              <p:cNvSpPr/>
              <p:nvPr/>
            </p:nvSpPr>
            <p:spPr>
              <a:xfrm>
                <a:off x="2462200" y="7547700"/>
                <a:ext cx="378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13" extrusionOk="0">
                    <a:moveTo>
                      <a:pt x="405" y="226"/>
                    </a:moveTo>
                    <a:cubicBezTo>
                      <a:pt x="489" y="226"/>
                      <a:pt x="548" y="262"/>
                      <a:pt x="596" y="310"/>
                    </a:cubicBezTo>
                    <a:cubicBezTo>
                      <a:pt x="643" y="357"/>
                      <a:pt x="667" y="429"/>
                      <a:pt x="667" y="512"/>
                    </a:cubicBezTo>
                    <a:cubicBezTo>
                      <a:pt x="667" y="595"/>
                      <a:pt x="643" y="667"/>
                      <a:pt x="596" y="714"/>
                    </a:cubicBezTo>
                    <a:cubicBezTo>
                      <a:pt x="548" y="762"/>
                      <a:pt x="489" y="786"/>
                      <a:pt x="405" y="786"/>
                    </a:cubicBezTo>
                    <a:cubicBezTo>
                      <a:pt x="334" y="786"/>
                      <a:pt x="262" y="762"/>
                      <a:pt x="227" y="714"/>
                    </a:cubicBezTo>
                    <a:cubicBezTo>
                      <a:pt x="179" y="667"/>
                      <a:pt x="155" y="595"/>
                      <a:pt x="155" y="512"/>
                    </a:cubicBezTo>
                    <a:cubicBezTo>
                      <a:pt x="155" y="429"/>
                      <a:pt x="179" y="357"/>
                      <a:pt x="227" y="310"/>
                    </a:cubicBezTo>
                    <a:cubicBezTo>
                      <a:pt x="262" y="262"/>
                      <a:pt x="334" y="226"/>
                      <a:pt x="405" y="226"/>
                    </a:cubicBezTo>
                    <a:close/>
                    <a:moveTo>
                      <a:pt x="1084" y="202"/>
                    </a:moveTo>
                    <a:cubicBezTo>
                      <a:pt x="1167" y="202"/>
                      <a:pt x="1239" y="226"/>
                      <a:pt x="1286" y="274"/>
                    </a:cubicBezTo>
                    <a:cubicBezTo>
                      <a:pt x="1334" y="333"/>
                      <a:pt x="1358" y="405"/>
                      <a:pt x="1358" y="512"/>
                    </a:cubicBezTo>
                    <a:cubicBezTo>
                      <a:pt x="1358" y="607"/>
                      <a:pt x="1334" y="691"/>
                      <a:pt x="1286" y="738"/>
                    </a:cubicBezTo>
                    <a:cubicBezTo>
                      <a:pt x="1239" y="798"/>
                      <a:pt x="1167" y="822"/>
                      <a:pt x="1084" y="822"/>
                    </a:cubicBezTo>
                    <a:cubicBezTo>
                      <a:pt x="1001" y="822"/>
                      <a:pt x="941" y="798"/>
                      <a:pt x="893" y="738"/>
                    </a:cubicBezTo>
                    <a:cubicBezTo>
                      <a:pt x="846" y="691"/>
                      <a:pt x="822" y="619"/>
                      <a:pt x="822" y="512"/>
                    </a:cubicBezTo>
                    <a:cubicBezTo>
                      <a:pt x="822" y="405"/>
                      <a:pt x="846" y="333"/>
                      <a:pt x="893" y="274"/>
                    </a:cubicBezTo>
                    <a:cubicBezTo>
                      <a:pt x="941" y="226"/>
                      <a:pt x="1001" y="202"/>
                      <a:pt x="1084" y="202"/>
                    </a:cubicBezTo>
                    <a:close/>
                    <a:moveTo>
                      <a:pt x="1084" y="0"/>
                    </a:moveTo>
                    <a:cubicBezTo>
                      <a:pt x="1013" y="0"/>
                      <a:pt x="941" y="24"/>
                      <a:pt x="882" y="60"/>
                    </a:cubicBezTo>
                    <a:cubicBezTo>
                      <a:pt x="822" y="95"/>
                      <a:pt x="774" y="167"/>
                      <a:pt x="739" y="250"/>
                    </a:cubicBezTo>
                    <a:cubicBezTo>
                      <a:pt x="703" y="179"/>
                      <a:pt x="655" y="131"/>
                      <a:pt x="596" y="95"/>
                    </a:cubicBezTo>
                    <a:cubicBezTo>
                      <a:pt x="536" y="60"/>
                      <a:pt x="477" y="36"/>
                      <a:pt x="405" y="36"/>
                    </a:cubicBezTo>
                    <a:cubicBezTo>
                      <a:pt x="334" y="36"/>
                      <a:pt x="262" y="60"/>
                      <a:pt x="203" y="95"/>
                    </a:cubicBezTo>
                    <a:cubicBezTo>
                      <a:pt x="143" y="131"/>
                      <a:pt x="96" y="179"/>
                      <a:pt x="60" y="250"/>
                    </a:cubicBezTo>
                    <a:cubicBezTo>
                      <a:pt x="24" y="321"/>
                      <a:pt x="1" y="405"/>
                      <a:pt x="1" y="512"/>
                    </a:cubicBezTo>
                    <a:cubicBezTo>
                      <a:pt x="1" y="607"/>
                      <a:pt x="24" y="702"/>
                      <a:pt x="60" y="774"/>
                    </a:cubicBezTo>
                    <a:cubicBezTo>
                      <a:pt x="96" y="833"/>
                      <a:pt x="143" y="893"/>
                      <a:pt x="203" y="929"/>
                    </a:cubicBezTo>
                    <a:cubicBezTo>
                      <a:pt x="262" y="964"/>
                      <a:pt x="334" y="976"/>
                      <a:pt x="405" y="976"/>
                    </a:cubicBezTo>
                    <a:cubicBezTo>
                      <a:pt x="477" y="976"/>
                      <a:pt x="536" y="964"/>
                      <a:pt x="596" y="929"/>
                    </a:cubicBezTo>
                    <a:cubicBezTo>
                      <a:pt x="655" y="893"/>
                      <a:pt x="703" y="845"/>
                      <a:pt x="739" y="774"/>
                    </a:cubicBezTo>
                    <a:cubicBezTo>
                      <a:pt x="774" y="857"/>
                      <a:pt x="822" y="917"/>
                      <a:pt x="882" y="953"/>
                    </a:cubicBezTo>
                    <a:cubicBezTo>
                      <a:pt x="941" y="1000"/>
                      <a:pt x="1013" y="1012"/>
                      <a:pt x="1084" y="1012"/>
                    </a:cubicBezTo>
                    <a:cubicBezTo>
                      <a:pt x="1167" y="1012"/>
                      <a:pt x="1239" y="1000"/>
                      <a:pt x="1298" y="964"/>
                    </a:cubicBezTo>
                    <a:cubicBezTo>
                      <a:pt x="1358" y="929"/>
                      <a:pt x="1417" y="881"/>
                      <a:pt x="1453" y="798"/>
                    </a:cubicBezTo>
                    <a:cubicBezTo>
                      <a:pt x="1489" y="726"/>
                      <a:pt x="1513" y="631"/>
                      <a:pt x="1513" y="512"/>
                    </a:cubicBezTo>
                    <a:cubicBezTo>
                      <a:pt x="1513" y="393"/>
                      <a:pt x="1489" y="298"/>
                      <a:pt x="1453" y="214"/>
                    </a:cubicBezTo>
                    <a:cubicBezTo>
                      <a:pt x="1417" y="143"/>
                      <a:pt x="1358" y="83"/>
                      <a:pt x="1298" y="60"/>
                    </a:cubicBezTo>
                    <a:cubicBezTo>
                      <a:pt x="1239" y="24"/>
                      <a:pt x="1167" y="0"/>
                      <a:pt x="10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13" name="Google Shape;1113;p45"/>
              <p:cNvSpPr/>
              <p:nvPr/>
            </p:nvSpPr>
            <p:spPr>
              <a:xfrm>
                <a:off x="2462200" y="7517025"/>
                <a:ext cx="378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025" extrusionOk="0">
                    <a:moveTo>
                      <a:pt x="477" y="215"/>
                    </a:moveTo>
                    <a:cubicBezTo>
                      <a:pt x="548" y="215"/>
                      <a:pt x="596" y="227"/>
                      <a:pt x="643" y="251"/>
                    </a:cubicBezTo>
                    <a:cubicBezTo>
                      <a:pt x="691" y="275"/>
                      <a:pt x="739" y="310"/>
                      <a:pt x="763" y="358"/>
                    </a:cubicBezTo>
                    <a:cubicBezTo>
                      <a:pt x="798" y="405"/>
                      <a:pt x="810" y="465"/>
                      <a:pt x="810" y="525"/>
                    </a:cubicBezTo>
                    <a:cubicBezTo>
                      <a:pt x="810" y="596"/>
                      <a:pt x="798" y="656"/>
                      <a:pt x="774" y="703"/>
                    </a:cubicBezTo>
                    <a:cubicBezTo>
                      <a:pt x="739" y="751"/>
                      <a:pt x="703" y="775"/>
                      <a:pt x="655" y="798"/>
                    </a:cubicBezTo>
                    <a:cubicBezTo>
                      <a:pt x="608" y="822"/>
                      <a:pt x="548" y="834"/>
                      <a:pt x="501" y="834"/>
                    </a:cubicBezTo>
                    <a:cubicBezTo>
                      <a:pt x="429" y="834"/>
                      <a:pt x="382" y="822"/>
                      <a:pt x="322" y="798"/>
                    </a:cubicBezTo>
                    <a:cubicBezTo>
                      <a:pt x="274" y="775"/>
                      <a:pt x="239" y="739"/>
                      <a:pt x="203" y="691"/>
                    </a:cubicBezTo>
                    <a:cubicBezTo>
                      <a:pt x="179" y="656"/>
                      <a:pt x="155" y="596"/>
                      <a:pt x="155" y="525"/>
                    </a:cubicBezTo>
                    <a:cubicBezTo>
                      <a:pt x="155" y="453"/>
                      <a:pt x="179" y="394"/>
                      <a:pt x="203" y="358"/>
                    </a:cubicBezTo>
                    <a:cubicBezTo>
                      <a:pt x="227" y="310"/>
                      <a:pt x="274" y="275"/>
                      <a:pt x="322" y="251"/>
                    </a:cubicBezTo>
                    <a:cubicBezTo>
                      <a:pt x="370" y="227"/>
                      <a:pt x="417" y="215"/>
                      <a:pt x="477" y="215"/>
                    </a:cubicBezTo>
                    <a:close/>
                    <a:moveTo>
                      <a:pt x="715" y="1"/>
                    </a:moveTo>
                    <a:cubicBezTo>
                      <a:pt x="572" y="1"/>
                      <a:pt x="465" y="13"/>
                      <a:pt x="370" y="36"/>
                    </a:cubicBezTo>
                    <a:cubicBezTo>
                      <a:pt x="286" y="60"/>
                      <a:pt x="203" y="96"/>
                      <a:pt x="155" y="144"/>
                    </a:cubicBezTo>
                    <a:cubicBezTo>
                      <a:pt x="96" y="191"/>
                      <a:pt x="60" y="251"/>
                      <a:pt x="36" y="310"/>
                    </a:cubicBezTo>
                    <a:cubicBezTo>
                      <a:pt x="12" y="382"/>
                      <a:pt x="1" y="453"/>
                      <a:pt x="1" y="536"/>
                    </a:cubicBezTo>
                    <a:cubicBezTo>
                      <a:pt x="1" y="632"/>
                      <a:pt x="24" y="715"/>
                      <a:pt x="60" y="786"/>
                    </a:cubicBezTo>
                    <a:cubicBezTo>
                      <a:pt x="108" y="858"/>
                      <a:pt x="155" y="917"/>
                      <a:pt x="239" y="965"/>
                    </a:cubicBezTo>
                    <a:cubicBezTo>
                      <a:pt x="310" y="1001"/>
                      <a:pt x="393" y="1025"/>
                      <a:pt x="489" y="1025"/>
                    </a:cubicBezTo>
                    <a:cubicBezTo>
                      <a:pt x="584" y="1025"/>
                      <a:pt x="655" y="1013"/>
                      <a:pt x="727" y="977"/>
                    </a:cubicBezTo>
                    <a:cubicBezTo>
                      <a:pt x="810" y="941"/>
                      <a:pt x="858" y="894"/>
                      <a:pt x="905" y="822"/>
                    </a:cubicBezTo>
                    <a:cubicBezTo>
                      <a:pt x="941" y="751"/>
                      <a:pt x="965" y="667"/>
                      <a:pt x="965" y="560"/>
                    </a:cubicBezTo>
                    <a:cubicBezTo>
                      <a:pt x="965" y="513"/>
                      <a:pt x="953" y="453"/>
                      <a:pt x="941" y="405"/>
                    </a:cubicBezTo>
                    <a:cubicBezTo>
                      <a:pt x="929" y="358"/>
                      <a:pt x="905" y="322"/>
                      <a:pt x="882" y="286"/>
                    </a:cubicBezTo>
                    <a:cubicBezTo>
                      <a:pt x="846" y="251"/>
                      <a:pt x="822" y="215"/>
                      <a:pt x="786" y="203"/>
                    </a:cubicBezTo>
                    <a:cubicBezTo>
                      <a:pt x="905" y="203"/>
                      <a:pt x="1013" y="215"/>
                      <a:pt x="1096" y="227"/>
                    </a:cubicBezTo>
                    <a:cubicBezTo>
                      <a:pt x="1179" y="251"/>
                      <a:pt x="1239" y="275"/>
                      <a:pt x="1286" y="322"/>
                    </a:cubicBezTo>
                    <a:cubicBezTo>
                      <a:pt x="1334" y="370"/>
                      <a:pt x="1358" y="441"/>
                      <a:pt x="1358" y="525"/>
                    </a:cubicBezTo>
                    <a:cubicBezTo>
                      <a:pt x="1358" y="584"/>
                      <a:pt x="1346" y="632"/>
                      <a:pt x="1322" y="667"/>
                    </a:cubicBezTo>
                    <a:cubicBezTo>
                      <a:pt x="1298" y="703"/>
                      <a:pt x="1263" y="739"/>
                      <a:pt x="1227" y="751"/>
                    </a:cubicBezTo>
                    <a:cubicBezTo>
                      <a:pt x="1179" y="775"/>
                      <a:pt x="1120" y="786"/>
                      <a:pt x="1060" y="786"/>
                    </a:cubicBezTo>
                    <a:lnTo>
                      <a:pt x="1060" y="977"/>
                    </a:lnTo>
                    <a:cubicBezTo>
                      <a:pt x="1144" y="977"/>
                      <a:pt x="1215" y="953"/>
                      <a:pt x="1286" y="929"/>
                    </a:cubicBezTo>
                    <a:cubicBezTo>
                      <a:pt x="1358" y="894"/>
                      <a:pt x="1405" y="858"/>
                      <a:pt x="1453" y="786"/>
                    </a:cubicBezTo>
                    <a:cubicBezTo>
                      <a:pt x="1489" y="727"/>
                      <a:pt x="1513" y="632"/>
                      <a:pt x="1513" y="536"/>
                    </a:cubicBezTo>
                    <a:cubicBezTo>
                      <a:pt x="1513" y="453"/>
                      <a:pt x="1489" y="382"/>
                      <a:pt x="1465" y="310"/>
                    </a:cubicBezTo>
                    <a:cubicBezTo>
                      <a:pt x="1441" y="239"/>
                      <a:pt x="1394" y="191"/>
                      <a:pt x="1334" y="144"/>
                    </a:cubicBezTo>
                    <a:cubicBezTo>
                      <a:pt x="1274" y="96"/>
                      <a:pt x="1191" y="60"/>
                      <a:pt x="1084" y="36"/>
                    </a:cubicBezTo>
                    <a:cubicBezTo>
                      <a:pt x="989" y="13"/>
                      <a:pt x="858" y="1"/>
                      <a:pt x="7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</p:grpSp>
      </p:grpSp>
      <p:sp>
        <p:nvSpPr>
          <p:cNvPr id="6" name="כותרת משנה 4">
            <a:extLst>
              <a:ext uri="{FF2B5EF4-FFF2-40B4-BE49-F238E27FC236}">
                <a16:creationId xmlns:a16="http://schemas.microsoft.com/office/drawing/2014/main" id="{71A968B9-4C68-1E46-0C8C-79BF8CF39232}"/>
              </a:ext>
            </a:extLst>
          </p:cNvPr>
          <p:cNvSpPr txBox="1">
            <a:spLocks/>
          </p:cNvSpPr>
          <p:nvPr/>
        </p:nvSpPr>
        <p:spPr>
          <a:xfrm>
            <a:off x="553366" y="2089676"/>
            <a:ext cx="6749013" cy="3392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he-IL" sz="26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מהי זרימת העיבוד? (</a:t>
            </a:r>
            <a:r>
              <a:rPr lang="en-US" sz="26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Pipeline</a:t>
            </a:r>
            <a:r>
              <a:rPr lang="he-IL" sz="26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)</a:t>
            </a:r>
          </a:p>
          <a:p>
            <a:pPr algn="r" rtl="1">
              <a:lnSpc>
                <a:spcPct val="150000"/>
              </a:lnSpc>
            </a:pPr>
            <a:endParaRPr lang="he-IL" sz="10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643451" indent="-457189" algn="r" rtl="1">
              <a:lnSpc>
                <a:spcPct val="150000"/>
              </a:lnSpc>
              <a:buAutoNum type="arabicParenR"/>
            </a:pP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קלט: תמונה של פריט.</a:t>
            </a:r>
          </a:p>
          <a:p>
            <a:pPr marL="643451" indent="-457189" algn="r" rtl="1">
              <a:lnSpc>
                <a:spcPct val="150000"/>
              </a:lnSpc>
              <a:buAutoNum type="arabicParenR"/>
            </a:pP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עיבוד מקדים: חיתוך אזורי עניין (</a:t>
            </a:r>
            <a:r>
              <a:rPr lang="en-US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Template Matching</a:t>
            </a: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), תיקון תאורה (</a:t>
            </a:r>
            <a:r>
              <a:rPr lang="en-US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CLAHE </a:t>
            </a: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) ונרמול צבעים (</a:t>
            </a:r>
            <a:r>
              <a:rPr lang="en-US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White Balance</a:t>
            </a: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).</a:t>
            </a:r>
          </a:p>
          <a:p>
            <a:pPr marL="643451" indent="-457189" algn="r" rtl="1">
              <a:lnSpc>
                <a:spcPct val="150000"/>
              </a:lnSpc>
              <a:buAutoNum type="arabicParenR"/>
            </a:pP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חילוץ תכונות: רשת עצבית עמוקה </a:t>
            </a:r>
            <a:r>
              <a:rPr lang="en-US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(CNN)</a:t>
            </a: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</a:p>
          <a:p>
            <a:pPr marL="643451" indent="-457189" algn="r" rtl="1">
              <a:lnSpc>
                <a:spcPct val="150000"/>
              </a:lnSpc>
              <a:buAutoNum type="arabicParenR"/>
            </a:pP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סיווג פגמים: סיווג רב-תוויתי של סוגי הפגמים.</a:t>
            </a:r>
          </a:p>
          <a:p>
            <a:pPr marL="643451" indent="-457189" algn="r" rtl="1">
              <a:lnSpc>
                <a:spcPct val="150000"/>
              </a:lnSpc>
              <a:buAutoNum type="arabicParenR"/>
            </a:pP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מיקום הפגמים: תיבה מקיפה (</a:t>
            </a:r>
            <a:r>
              <a:rPr lang="en-US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Bounding Box</a:t>
            </a: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).</a:t>
            </a:r>
          </a:p>
          <a:p>
            <a:pPr marL="643451" indent="-457189" algn="r" rtl="1">
              <a:lnSpc>
                <a:spcPct val="150000"/>
              </a:lnSpc>
              <a:buAutoNum type="arabicParenR"/>
            </a:pP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פלט: רשימת פגמים + מיקום בתמונה.</a:t>
            </a:r>
          </a:p>
          <a:p>
            <a:pPr marL="643451" indent="-457189" algn="r" rtl="1">
              <a:lnSpc>
                <a:spcPct val="150000"/>
              </a:lnSpc>
              <a:buAutoNum type="arabicParenR"/>
            </a:pPr>
            <a:endParaRPr lang="he-IL" sz="18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12" name="מציין מיקום של תמונה 11" descr="תמונה שמכילה טקסט, נעל, הנעלה, נעלי סניקרס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33D0DDE-021D-395A-9DF3-2810B5F77595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4"/>
          <a:srcRect t="15383" b="4858"/>
          <a:stretch>
            <a:fillRect/>
          </a:stretch>
        </p:blipFill>
        <p:spPr>
          <a:xfrm rot="-317840">
            <a:off x="7202183" y="466918"/>
            <a:ext cx="3009869" cy="3601991"/>
          </a:xfrm>
        </p:spPr>
      </p:pic>
      <p:pic>
        <p:nvPicPr>
          <p:cNvPr id="14" name="מציין מיקום של תמונה 13" descr="תמונה שמכילה נעל, נעלי סניקרס, נעל הליכה, נעל סניק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B0C2EF5-4E7B-09AE-0E00-D0CDB31616A4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5"/>
          <a:srcRect l="-2444" r="2718"/>
          <a:stretch>
            <a:fillRect/>
          </a:stretch>
        </p:blipFill>
        <p:spPr>
          <a:xfrm rot="288103">
            <a:off x="9236583" y="3053575"/>
            <a:ext cx="3071221" cy="3080423"/>
          </a:xfrm>
        </p:spPr>
      </p:pic>
      <p:grpSp>
        <p:nvGrpSpPr>
          <p:cNvPr id="1115" name="Google Shape;1115;p45"/>
          <p:cNvGrpSpPr/>
          <p:nvPr/>
        </p:nvGrpSpPr>
        <p:grpSpPr>
          <a:xfrm rot="285871">
            <a:off x="9232484" y="2963388"/>
            <a:ext cx="3199633" cy="3309363"/>
            <a:chOff x="5151523" y="4516643"/>
            <a:chExt cx="2111557" cy="2180350"/>
          </a:xfrm>
        </p:grpSpPr>
        <p:sp>
          <p:nvSpPr>
            <p:cNvPr id="1116" name="Google Shape;1116;p45"/>
            <p:cNvSpPr/>
            <p:nvPr/>
          </p:nvSpPr>
          <p:spPr>
            <a:xfrm>
              <a:off x="5151523" y="4516643"/>
              <a:ext cx="2111557" cy="2180350"/>
            </a:xfrm>
            <a:custGeom>
              <a:avLst/>
              <a:gdLst/>
              <a:ahLst/>
              <a:cxnLst/>
              <a:rect l="l" t="t" r="r" b="b"/>
              <a:pathLst>
                <a:path w="73225" h="87214" extrusionOk="0">
                  <a:moveTo>
                    <a:pt x="70247" y="3727"/>
                  </a:moveTo>
                  <a:lnTo>
                    <a:pt x="70247" y="83499"/>
                  </a:lnTo>
                  <a:lnTo>
                    <a:pt x="2977" y="83499"/>
                  </a:lnTo>
                  <a:lnTo>
                    <a:pt x="2977" y="3727"/>
                  </a:lnTo>
                  <a:close/>
                  <a:moveTo>
                    <a:pt x="1" y="1"/>
                  </a:moveTo>
                  <a:lnTo>
                    <a:pt x="1" y="87214"/>
                  </a:lnTo>
                  <a:lnTo>
                    <a:pt x="73224" y="87214"/>
                  </a:lnTo>
                  <a:lnTo>
                    <a:pt x="732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grpSp>
          <p:nvGrpSpPr>
            <p:cNvPr id="1117" name="Google Shape;1117;p45"/>
            <p:cNvGrpSpPr/>
            <p:nvPr/>
          </p:nvGrpSpPr>
          <p:grpSpPr>
            <a:xfrm>
              <a:off x="5365250" y="6625850"/>
              <a:ext cx="420900" cy="37825"/>
              <a:chOff x="5365250" y="6625850"/>
              <a:chExt cx="420900" cy="37825"/>
            </a:xfrm>
          </p:grpSpPr>
          <p:sp>
            <p:nvSpPr>
              <p:cNvPr id="1118" name="Google Shape;1118;p45"/>
              <p:cNvSpPr/>
              <p:nvPr/>
            </p:nvSpPr>
            <p:spPr>
              <a:xfrm>
                <a:off x="5365250" y="6625850"/>
                <a:ext cx="250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9" extrusionOk="0">
                    <a:moveTo>
                      <a:pt x="524" y="0"/>
                    </a:moveTo>
                    <a:cubicBezTo>
                      <a:pt x="441" y="0"/>
                      <a:pt x="357" y="24"/>
                      <a:pt x="274" y="48"/>
                    </a:cubicBezTo>
                    <a:cubicBezTo>
                      <a:pt x="203" y="84"/>
                      <a:pt x="131" y="131"/>
                      <a:pt x="84" y="191"/>
                    </a:cubicBezTo>
                    <a:cubicBezTo>
                      <a:pt x="48" y="262"/>
                      <a:pt x="24" y="346"/>
                      <a:pt x="24" y="441"/>
                    </a:cubicBezTo>
                    <a:cubicBezTo>
                      <a:pt x="24" y="465"/>
                      <a:pt x="24" y="489"/>
                      <a:pt x="24" y="501"/>
                    </a:cubicBezTo>
                    <a:cubicBezTo>
                      <a:pt x="24" y="512"/>
                      <a:pt x="24" y="524"/>
                      <a:pt x="24" y="536"/>
                    </a:cubicBezTo>
                    <a:lnTo>
                      <a:pt x="214" y="536"/>
                    </a:lnTo>
                    <a:lnTo>
                      <a:pt x="214" y="441"/>
                    </a:lnTo>
                    <a:cubicBezTo>
                      <a:pt x="214" y="393"/>
                      <a:pt x="214" y="346"/>
                      <a:pt x="238" y="310"/>
                    </a:cubicBezTo>
                    <a:cubicBezTo>
                      <a:pt x="262" y="262"/>
                      <a:pt x="298" y="227"/>
                      <a:pt x="334" y="203"/>
                    </a:cubicBezTo>
                    <a:cubicBezTo>
                      <a:pt x="381" y="179"/>
                      <a:pt x="441" y="167"/>
                      <a:pt x="524" y="167"/>
                    </a:cubicBezTo>
                    <a:cubicBezTo>
                      <a:pt x="584" y="167"/>
                      <a:pt x="631" y="179"/>
                      <a:pt x="679" y="191"/>
                    </a:cubicBezTo>
                    <a:cubicBezTo>
                      <a:pt x="715" y="215"/>
                      <a:pt x="750" y="250"/>
                      <a:pt x="762" y="286"/>
                    </a:cubicBezTo>
                    <a:cubicBezTo>
                      <a:pt x="786" y="322"/>
                      <a:pt x="798" y="358"/>
                      <a:pt x="798" y="405"/>
                    </a:cubicBezTo>
                    <a:cubicBezTo>
                      <a:pt x="798" y="477"/>
                      <a:pt x="786" y="536"/>
                      <a:pt x="750" y="596"/>
                    </a:cubicBezTo>
                    <a:cubicBezTo>
                      <a:pt x="715" y="643"/>
                      <a:pt x="667" y="703"/>
                      <a:pt x="607" y="751"/>
                    </a:cubicBezTo>
                    <a:cubicBezTo>
                      <a:pt x="548" y="798"/>
                      <a:pt x="476" y="846"/>
                      <a:pt x="417" y="893"/>
                    </a:cubicBezTo>
                    <a:cubicBezTo>
                      <a:pt x="357" y="929"/>
                      <a:pt x="310" y="965"/>
                      <a:pt x="262" y="1001"/>
                    </a:cubicBezTo>
                    <a:cubicBezTo>
                      <a:pt x="214" y="1048"/>
                      <a:pt x="167" y="1084"/>
                      <a:pt x="131" y="1120"/>
                    </a:cubicBezTo>
                    <a:cubicBezTo>
                      <a:pt x="95" y="1167"/>
                      <a:pt x="60" y="1215"/>
                      <a:pt x="36" y="1262"/>
                    </a:cubicBezTo>
                    <a:cubicBezTo>
                      <a:pt x="12" y="1310"/>
                      <a:pt x="0" y="1370"/>
                      <a:pt x="0" y="1429"/>
                    </a:cubicBezTo>
                    <a:lnTo>
                      <a:pt x="0" y="1489"/>
                    </a:lnTo>
                    <a:lnTo>
                      <a:pt x="1000" y="1489"/>
                    </a:lnTo>
                    <a:lnTo>
                      <a:pt x="1000" y="1310"/>
                    </a:lnTo>
                    <a:lnTo>
                      <a:pt x="226" y="1310"/>
                    </a:lnTo>
                    <a:cubicBezTo>
                      <a:pt x="238" y="1286"/>
                      <a:pt x="250" y="1251"/>
                      <a:pt x="286" y="1215"/>
                    </a:cubicBezTo>
                    <a:cubicBezTo>
                      <a:pt x="322" y="1179"/>
                      <a:pt x="357" y="1143"/>
                      <a:pt x="393" y="1120"/>
                    </a:cubicBezTo>
                    <a:cubicBezTo>
                      <a:pt x="441" y="1084"/>
                      <a:pt x="488" y="1048"/>
                      <a:pt x="536" y="1024"/>
                    </a:cubicBezTo>
                    <a:cubicBezTo>
                      <a:pt x="595" y="977"/>
                      <a:pt x="655" y="929"/>
                      <a:pt x="715" y="882"/>
                    </a:cubicBezTo>
                    <a:cubicBezTo>
                      <a:pt x="774" y="846"/>
                      <a:pt x="822" y="798"/>
                      <a:pt x="857" y="751"/>
                    </a:cubicBezTo>
                    <a:cubicBezTo>
                      <a:pt x="905" y="703"/>
                      <a:pt x="929" y="655"/>
                      <a:pt x="953" y="596"/>
                    </a:cubicBezTo>
                    <a:cubicBezTo>
                      <a:pt x="976" y="536"/>
                      <a:pt x="988" y="477"/>
                      <a:pt x="988" y="417"/>
                    </a:cubicBezTo>
                    <a:cubicBezTo>
                      <a:pt x="988" y="358"/>
                      <a:pt x="988" y="310"/>
                      <a:pt x="965" y="262"/>
                    </a:cubicBezTo>
                    <a:cubicBezTo>
                      <a:pt x="953" y="215"/>
                      <a:pt x="917" y="167"/>
                      <a:pt x="881" y="131"/>
                    </a:cubicBezTo>
                    <a:cubicBezTo>
                      <a:pt x="846" y="96"/>
                      <a:pt x="798" y="60"/>
                      <a:pt x="738" y="36"/>
                    </a:cubicBezTo>
                    <a:cubicBezTo>
                      <a:pt x="679" y="12"/>
                      <a:pt x="607" y="0"/>
                      <a:pt x="5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19" name="Google Shape;1119;p45"/>
              <p:cNvSpPr/>
              <p:nvPr/>
            </p:nvSpPr>
            <p:spPr>
              <a:xfrm>
                <a:off x="5395600" y="6626150"/>
                <a:ext cx="250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501" extrusionOk="0">
                    <a:moveTo>
                      <a:pt x="501" y="155"/>
                    </a:moveTo>
                    <a:cubicBezTo>
                      <a:pt x="584" y="155"/>
                      <a:pt x="644" y="179"/>
                      <a:pt x="691" y="215"/>
                    </a:cubicBezTo>
                    <a:cubicBezTo>
                      <a:pt x="739" y="250"/>
                      <a:pt x="763" y="322"/>
                      <a:pt x="786" y="393"/>
                    </a:cubicBezTo>
                    <a:cubicBezTo>
                      <a:pt x="798" y="477"/>
                      <a:pt x="810" y="584"/>
                      <a:pt x="810" y="703"/>
                    </a:cubicBezTo>
                    <a:lnTo>
                      <a:pt x="810" y="798"/>
                    </a:lnTo>
                    <a:cubicBezTo>
                      <a:pt x="810" y="917"/>
                      <a:pt x="798" y="1024"/>
                      <a:pt x="786" y="1096"/>
                    </a:cubicBezTo>
                    <a:cubicBezTo>
                      <a:pt x="763" y="1179"/>
                      <a:pt x="739" y="1239"/>
                      <a:pt x="691" y="1286"/>
                    </a:cubicBezTo>
                    <a:cubicBezTo>
                      <a:pt x="644" y="1322"/>
                      <a:pt x="584" y="1346"/>
                      <a:pt x="501" y="1346"/>
                    </a:cubicBezTo>
                    <a:cubicBezTo>
                      <a:pt x="417" y="1346"/>
                      <a:pt x="358" y="1322"/>
                      <a:pt x="310" y="1286"/>
                    </a:cubicBezTo>
                    <a:cubicBezTo>
                      <a:pt x="263" y="1239"/>
                      <a:pt x="239" y="1179"/>
                      <a:pt x="215" y="1096"/>
                    </a:cubicBezTo>
                    <a:cubicBezTo>
                      <a:pt x="203" y="1024"/>
                      <a:pt x="191" y="917"/>
                      <a:pt x="191" y="798"/>
                    </a:cubicBezTo>
                    <a:lnTo>
                      <a:pt x="191" y="703"/>
                    </a:lnTo>
                    <a:cubicBezTo>
                      <a:pt x="191" y="584"/>
                      <a:pt x="203" y="477"/>
                      <a:pt x="215" y="393"/>
                    </a:cubicBezTo>
                    <a:cubicBezTo>
                      <a:pt x="239" y="322"/>
                      <a:pt x="274" y="262"/>
                      <a:pt x="310" y="215"/>
                    </a:cubicBezTo>
                    <a:cubicBezTo>
                      <a:pt x="358" y="179"/>
                      <a:pt x="417" y="155"/>
                      <a:pt x="501" y="155"/>
                    </a:cubicBezTo>
                    <a:close/>
                    <a:moveTo>
                      <a:pt x="501" y="0"/>
                    </a:moveTo>
                    <a:cubicBezTo>
                      <a:pt x="429" y="0"/>
                      <a:pt x="358" y="12"/>
                      <a:pt x="286" y="36"/>
                    </a:cubicBezTo>
                    <a:cubicBezTo>
                      <a:pt x="227" y="60"/>
                      <a:pt x="179" y="96"/>
                      <a:pt x="132" y="155"/>
                    </a:cubicBezTo>
                    <a:cubicBezTo>
                      <a:pt x="84" y="215"/>
                      <a:pt x="60" y="286"/>
                      <a:pt x="36" y="381"/>
                    </a:cubicBezTo>
                    <a:cubicBezTo>
                      <a:pt x="13" y="477"/>
                      <a:pt x="1" y="608"/>
                      <a:pt x="1" y="750"/>
                    </a:cubicBezTo>
                    <a:cubicBezTo>
                      <a:pt x="1" y="893"/>
                      <a:pt x="13" y="1024"/>
                      <a:pt x="36" y="1120"/>
                    </a:cubicBezTo>
                    <a:cubicBezTo>
                      <a:pt x="60" y="1215"/>
                      <a:pt x="84" y="1286"/>
                      <a:pt x="132" y="1346"/>
                    </a:cubicBezTo>
                    <a:cubicBezTo>
                      <a:pt x="179" y="1405"/>
                      <a:pt x="227" y="1441"/>
                      <a:pt x="286" y="1465"/>
                    </a:cubicBezTo>
                    <a:cubicBezTo>
                      <a:pt x="358" y="1489"/>
                      <a:pt x="429" y="1501"/>
                      <a:pt x="501" y="1501"/>
                    </a:cubicBezTo>
                    <a:cubicBezTo>
                      <a:pt x="584" y="1501"/>
                      <a:pt x="655" y="1489"/>
                      <a:pt x="715" y="1465"/>
                    </a:cubicBezTo>
                    <a:cubicBezTo>
                      <a:pt x="775" y="1441"/>
                      <a:pt x="834" y="1405"/>
                      <a:pt x="870" y="1346"/>
                    </a:cubicBezTo>
                    <a:cubicBezTo>
                      <a:pt x="917" y="1286"/>
                      <a:pt x="953" y="1215"/>
                      <a:pt x="977" y="1120"/>
                    </a:cubicBezTo>
                    <a:cubicBezTo>
                      <a:pt x="989" y="1024"/>
                      <a:pt x="1001" y="893"/>
                      <a:pt x="1001" y="750"/>
                    </a:cubicBezTo>
                    <a:cubicBezTo>
                      <a:pt x="1001" y="608"/>
                      <a:pt x="989" y="477"/>
                      <a:pt x="977" y="381"/>
                    </a:cubicBezTo>
                    <a:cubicBezTo>
                      <a:pt x="953" y="286"/>
                      <a:pt x="917" y="215"/>
                      <a:pt x="870" y="155"/>
                    </a:cubicBezTo>
                    <a:cubicBezTo>
                      <a:pt x="834" y="96"/>
                      <a:pt x="775" y="60"/>
                      <a:pt x="715" y="36"/>
                    </a:cubicBezTo>
                    <a:cubicBezTo>
                      <a:pt x="655" y="12"/>
                      <a:pt x="584" y="0"/>
                      <a:pt x="5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0" name="Google Shape;1120;p45"/>
              <p:cNvSpPr/>
              <p:nvPr/>
            </p:nvSpPr>
            <p:spPr>
              <a:xfrm>
                <a:off x="5426250" y="6625850"/>
                <a:ext cx="2505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489" extrusionOk="0">
                    <a:moveTo>
                      <a:pt x="525" y="0"/>
                    </a:moveTo>
                    <a:cubicBezTo>
                      <a:pt x="441" y="0"/>
                      <a:pt x="346" y="24"/>
                      <a:pt x="275" y="48"/>
                    </a:cubicBezTo>
                    <a:cubicBezTo>
                      <a:pt x="191" y="84"/>
                      <a:pt x="132" y="131"/>
                      <a:pt x="84" y="191"/>
                    </a:cubicBezTo>
                    <a:cubicBezTo>
                      <a:pt x="37" y="262"/>
                      <a:pt x="13" y="346"/>
                      <a:pt x="13" y="441"/>
                    </a:cubicBezTo>
                    <a:cubicBezTo>
                      <a:pt x="13" y="465"/>
                      <a:pt x="13" y="489"/>
                      <a:pt x="25" y="501"/>
                    </a:cubicBezTo>
                    <a:cubicBezTo>
                      <a:pt x="25" y="512"/>
                      <a:pt x="25" y="524"/>
                      <a:pt x="25" y="536"/>
                    </a:cubicBezTo>
                    <a:lnTo>
                      <a:pt x="203" y="536"/>
                    </a:lnTo>
                    <a:lnTo>
                      <a:pt x="203" y="441"/>
                    </a:lnTo>
                    <a:cubicBezTo>
                      <a:pt x="203" y="393"/>
                      <a:pt x="215" y="346"/>
                      <a:pt x="239" y="310"/>
                    </a:cubicBezTo>
                    <a:cubicBezTo>
                      <a:pt x="263" y="262"/>
                      <a:pt x="299" y="227"/>
                      <a:pt x="334" y="203"/>
                    </a:cubicBezTo>
                    <a:cubicBezTo>
                      <a:pt x="382" y="179"/>
                      <a:pt x="441" y="167"/>
                      <a:pt x="513" y="167"/>
                    </a:cubicBezTo>
                    <a:cubicBezTo>
                      <a:pt x="584" y="167"/>
                      <a:pt x="632" y="179"/>
                      <a:pt x="680" y="191"/>
                    </a:cubicBezTo>
                    <a:cubicBezTo>
                      <a:pt x="715" y="215"/>
                      <a:pt x="751" y="250"/>
                      <a:pt x="763" y="286"/>
                    </a:cubicBezTo>
                    <a:cubicBezTo>
                      <a:pt x="787" y="322"/>
                      <a:pt x="799" y="358"/>
                      <a:pt x="799" y="405"/>
                    </a:cubicBezTo>
                    <a:cubicBezTo>
                      <a:pt x="799" y="477"/>
                      <a:pt x="775" y="536"/>
                      <a:pt x="739" y="596"/>
                    </a:cubicBezTo>
                    <a:cubicBezTo>
                      <a:pt x="703" y="643"/>
                      <a:pt x="668" y="703"/>
                      <a:pt x="608" y="751"/>
                    </a:cubicBezTo>
                    <a:cubicBezTo>
                      <a:pt x="549" y="798"/>
                      <a:pt x="477" y="846"/>
                      <a:pt x="406" y="893"/>
                    </a:cubicBezTo>
                    <a:cubicBezTo>
                      <a:pt x="358" y="929"/>
                      <a:pt x="311" y="965"/>
                      <a:pt x="263" y="1001"/>
                    </a:cubicBezTo>
                    <a:cubicBezTo>
                      <a:pt x="215" y="1048"/>
                      <a:pt x="168" y="1084"/>
                      <a:pt x="132" y="1120"/>
                    </a:cubicBezTo>
                    <a:cubicBezTo>
                      <a:pt x="84" y="1167"/>
                      <a:pt x="60" y="1215"/>
                      <a:pt x="37" y="1262"/>
                    </a:cubicBezTo>
                    <a:cubicBezTo>
                      <a:pt x="13" y="1310"/>
                      <a:pt x="1" y="1370"/>
                      <a:pt x="1" y="1429"/>
                    </a:cubicBezTo>
                    <a:lnTo>
                      <a:pt x="1" y="1489"/>
                    </a:lnTo>
                    <a:lnTo>
                      <a:pt x="1001" y="1489"/>
                    </a:lnTo>
                    <a:lnTo>
                      <a:pt x="1001" y="1310"/>
                    </a:lnTo>
                    <a:lnTo>
                      <a:pt x="227" y="1310"/>
                    </a:lnTo>
                    <a:cubicBezTo>
                      <a:pt x="239" y="1286"/>
                      <a:pt x="251" y="1251"/>
                      <a:pt x="287" y="1215"/>
                    </a:cubicBezTo>
                    <a:cubicBezTo>
                      <a:pt x="311" y="1179"/>
                      <a:pt x="358" y="1143"/>
                      <a:pt x="394" y="1120"/>
                    </a:cubicBezTo>
                    <a:cubicBezTo>
                      <a:pt x="441" y="1084"/>
                      <a:pt x="489" y="1048"/>
                      <a:pt x="537" y="1024"/>
                    </a:cubicBezTo>
                    <a:cubicBezTo>
                      <a:pt x="596" y="977"/>
                      <a:pt x="656" y="929"/>
                      <a:pt x="715" y="882"/>
                    </a:cubicBezTo>
                    <a:cubicBezTo>
                      <a:pt x="763" y="846"/>
                      <a:pt x="822" y="798"/>
                      <a:pt x="858" y="751"/>
                    </a:cubicBezTo>
                    <a:cubicBezTo>
                      <a:pt x="906" y="703"/>
                      <a:pt x="930" y="655"/>
                      <a:pt x="953" y="596"/>
                    </a:cubicBezTo>
                    <a:cubicBezTo>
                      <a:pt x="977" y="536"/>
                      <a:pt x="989" y="477"/>
                      <a:pt x="989" y="417"/>
                    </a:cubicBezTo>
                    <a:cubicBezTo>
                      <a:pt x="989" y="358"/>
                      <a:pt x="977" y="310"/>
                      <a:pt x="965" y="262"/>
                    </a:cubicBezTo>
                    <a:cubicBezTo>
                      <a:pt x="942" y="215"/>
                      <a:pt x="918" y="167"/>
                      <a:pt x="882" y="131"/>
                    </a:cubicBezTo>
                    <a:cubicBezTo>
                      <a:pt x="846" y="96"/>
                      <a:pt x="799" y="60"/>
                      <a:pt x="739" y="36"/>
                    </a:cubicBezTo>
                    <a:cubicBezTo>
                      <a:pt x="680" y="12"/>
                      <a:pt x="608" y="0"/>
                      <a:pt x="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1" name="Google Shape;1121;p45"/>
              <p:cNvSpPr/>
              <p:nvPr/>
            </p:nvSpPr>
            <p:spPr>
              <a:xfrm>
                <a:off x="5456625" y="6625850"/>
                <a:ext cx="250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9" extrusionOk="0">
                    <a:moveTo>
                      <a:pt x="524" y="0"/>
                    </a:moveTo>
                    <a:cubicBezTo>
                      <a:pt x="429" y="0"/>
                      <a:pt x="346" y="24"/>
                      <a:pt x="274" y="48"/>
                    </a:cubicBezTo>
                    <a:cubicBezTo>
                      <a:pt x="191" y="84"/>
                      <a:pt x="131" y="131"/>
                      <a:pt x="84" y="191"/>
                    </a:cubicBezTo>
                    <a:cubicBezTo>
                      <a:pt x="36" y="262"/>
                      <a:pt x="12" y="346"/>
                      <a:pt x="12" y="441"/>
                    </a:cubicBezTo>
                    <a:cubicBezTo>
                      <a:pt x="12" y="465"/>
                      <a:pt x="12" y="489"/>
                      <a:pt x="12" y="501"/>
                    </a:cubicBezTo>
                    <a:cubicBezTo>
                      <a:pt x="24" y="512"/>
                      <a:pt x="24" y="524"/>
                      <a:pt x="24" y="536"/>
                    </a:cubicBezTo>
                    <a:lnTo>
                      <a:pt x="203" y="536"/>
                    </a:lnTo>
                    <a:lnTo>
                      <a:pt x="203" y="441"/>
                    </a:lnTo>
                    <a:cubicBezTo>
                      <a:pt x="203" y="393"/>
                      <a:pt x="215" y="346"/>
                      <a:pt x="239" y="310"/>
                    </a:cubicBezTo>
                    <a:cubicBezTo>
                      <a:pt x="262" y="262"/>
                      <a:pt x="286" y="227"/>
                      <a:pt x="334" y="203"/>
                    </a:cubicBezTo>
                    <a:cubicBezTo>
                      <a:pt x="381" y="179"/>
                      <a:pt x="441" y="167"/>
                      <a:pt x="512" y="167"/>
                    </a:cubicBezTo>
                    <a:cubicBezTo>
                      <a:pt x="584" y="167"/>
                      <a:pt x="631" y="179"/>
                      <a:pt x="667" y="191"/>
                    </a:cubicBezTo>
                    <a:cubicBezTo>
                      <a:pt x="715" y="215"/>
                      <a:pt x="739" y="250"/>
                      <a:pt x="762" y="286"/>
                    </a:cubicBezTo>
                    <a:cubicBezTo>
                      <a:pt x="786" y="322"/>
                      <a:pt x="798" y="358"/>
                      <a:pt x="798" y="405"/>
                    </a:cubicBezTo>
                    <a:cubicBezTo>
                      <a:pt x="798" y="477"/>
                      <a:pt x="774" y="536"/>
                      <a:pt x="739" y="596"/>
                    </a:cubicBezTo>
                    <a:cubicBezTo>
                      <a:pt x="703" y="643"/>
                      <a:pt x="655" y="703"/>
                      <a:pt x="596" y="751"/>
                    </a:cubicBezTo>
                    <a:cubicBezTo>
                      <a:pt x="536" y="798"/>
                      <a:pt x="477" y="846"/>
                      <a:pt x="405" y="893"/>
                    </a:cubicBezTo>
                    <a:cubicBezTo>
                      <a:pt x="358" y="929"/>
                      <a:pt x="310" y="965"/>
                      <a:pt x="262" y="1001"/>
                    </a:cubicBezTo>
                    <a:cubicBezTo>
                      <a:pt x="215" y="1048"/>
                      <a:pt x="167" y="1084"/>
                      <a:pt x="131" y="1120"/>
                    </a:cubicBezTo>
                    <a:cubicBezTo>
                      <a:pt x="84" y="1167"/>
                      <a:pt x="60" y="1215"/>
                      <a:pt x="36" y="1262"/>
                    </a:cubicBezTo>
                    <a:cubicBezTo>
                      <a:pt x="12" y="1310"/>
                      <a:pt x="0" y="1370"/>
                      <a:pt x="0" y="1429"/>
                    </a:cubicBezTo>
                    <a:lnTo>
                      <a:pt x="0" y="1489"/>
                    </a:lnTo>
                    <a:lnTo>
                      <a:pt x="1001" y="1489"/>
                    </a:lnTo>
                    <a:lnTo>
                      <a:pt x="1001" y="1310"/>
                    </a:lnTo>
                    <a:lnTo>
                      <a:pt x="227" y="1310"/>
                    </a:lnTo>
                    <a:cubicBezTo>
                      <a:pt x="239" y="1286"/>
                      <a:pt x="250" y="1251"/>
                      <a:pt x="286" y="1215"/>
                    </a:cubicBezTo>
                    <a:cubicBezTo>
                      <a:pt x="310" y="1179"/>
                      <a:pt x="358" y="1143"/>
                      <a:pt x="393" y="1120"/>
                    </a:cubicBezTo>
                    <a:cubicBezTo>
                      <a:pt x="441" y="1084"/>
                      <a:pt x="489" y="1048"/>
                      <a:pt x="524" y="1024"/>
                    </a:cubicBezTo>
                    <a:cubicBezTo>
                      <a:pt x="596" y="977"/>
                      <a:pt x="655" y="929"/>
                      <a:pt x="715" y="882"/>
                    </a:cubicBezTo>
                    <a:cubicBezTo>
                      <a:pt x="762" y="846"/>
                      <a:pt x="810" y="798"/>
                      <a:pt x="858" y="751"/>
                    </a:cubicBezTo>
                    <a:cubicBezTo>
                      <a:pt x="893" y="703"/>
                      <a:pt x="929" y="655"/>
                      <a:pt x="953" y="596"/>
                    </a:cubicBezTo>
                    <a:cubicBezTo>
                      <a:pt x="977" y="536"/>
                      <a:pt x="989" y="477"/>
                      <a:pt x="989" y="417"/>
                    </a:cubicBezTo>
                    <a:cubicBezTo>
                      <a:pt x="989" y="358"/>
                      <a:pt x="977" y="310"/>
                      <a:pt x="965" y="262"/>
                    </a:cubicBezTo>
                    <a:cubicBezTo>
                      <a:pt x="941" y="215"/>
                      <a:pt x="917" y="167"/>
                      <a:pt x="881" y="131"/>
                    </a:cubicBezTo>
                    <a:cubicBezTo>
                      <a:pt x="834" y="96"/>
                      <a:pt x="786" y="60"/>
                      <a:pt x="739" y="36"/>
                    </a:cubicBezTo>
                    <a:cubicBezTo>
                      <a:pt x="679" y="12"/>
                      <a:pt x="608" y="0"/>
                      <a:pt x="5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2" name="Google Shape;1122;p45"/>
              <p:cNvSpPr/>
              <p:nvPr/>
            </p:nvSpPr>
            <p:spPr>
              <a:xfrm>
                <a:off x="5499175" y="6626450"/>
                <a:ext cx="2235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894" h="1465" extrusionOk="0">
                    <a:moveTo>
                      <a:pt x="465" y="0"/>
                    </a:moveTo>
                    <a:cubicBezTo>
                      <a:pt x="430" y="48"/>
                      <a:pt x="370" y="72"/>
                      <a:pt x="322" y="96"/>
                    </a:cubicBezTo>
                    <a:cubicBezTo>
                      <a:pt x="263" y="119"/>
                      <a:pt x="215" y="143"/>
                      <a:pt x="156" y="155"/>
                    </a:cubicBezTo>
                    <a:cubicBezTo>
                      <a:pt x="96" y="167"/>
                      <a:pt x="49" y="179"/>
                      <a:pt x="1" y="179"/>
                    </a:cubicBezTo>
                    <a:lnTo>
                      <a:pt x="1" y="298"/>
                    </a:lnTo>
                    <a:lnTo>
                      <a:pt x="370" y="298"/>
                    </a:lnTo>
                    <a:lnTo>
                      <a:pt x="370" y="1310"/>
                    </a:lnTo>
                    <a:lnTo>
                      <a:pt x="1" y="1310"/>
                    </a:lnTo>
                    <a:lnTo>
                      <a:pt x="1" y="1465"/>
                    </a:lnTo>
                    <a:lnTo>
                      <a:pt x="894" y="1465"/>
                    </a:lnTo>
                    <a:lnTo>
                      <a:pt x="894" y="1310"/>
                    </a:lnTo>
                    <a:lnTo>
                      <a:pt x="549" y="1310"/>
                    </a:lnTo>
                    <a:lnTo>
                      <a:pt x="54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3" name="Google Shape;1123;p45"/>
              <p:cNvSpPr/>
              <p:nvPr/>
            </p:nvSpPr>
            <p:spPr>
              <a:xfrm>
                <a:off x="5525975" y="6625850"/>
                <a:ext cx="250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9" extrusionOk="0">
                    <a:moveTo>
                      <a:pt x="536" y="0"/>
                    </a:moveTo>
                    <a:cubicBezTo>
                      <a:pt x="441" y="0"/>
                      <a:pt x="358" y="24"/>
                      <a:pt x="274" y="48"/>
                    </a:cubicBezTo>
                    <a:cubicBezTo>
                      <a:pt x="203" y="84"/>
                      <a:pt x="143" y="131"/>
                      <a:pt x="96" y="191"/>
                    </a:cubicBezTo>
                    <a:cubicBezTo>
                      <a:pt x="48" y="262"/>
                      <a:pt x="24" y="346"/>
                      <a:pt x="24" y="441"/>
                    </a:cubicBezTo>
                    <a:cubicBezTo>
                      <a:pt x="24" y="465"/>
                      <a:pt x="24" y="489"/>
                      <a:pt x="24" y="501"/>
                    </a:cubicBezTo>
                    <a:cubicBezTo>
                      <a:pt x="24" y="512"/>
                      <a:pt x="24" y="524"/>
                      <a:pt x="24" y="536"/>
                    </a:cubicBezTo>
                    <a:lnTo>
                      <a:pt x="215" y="536"/>
                    </a:lnTo>
                    <a:lnTo>
                      <a:pt x="215" y="441"/>
                    </a:lnTo>
                    <a:cubicBezTo>
                      <a:pt x="215" y="393"/>
                      <a:pt x="227" y="346"/>
                      <a:pt x="251" y="310"/>
                    </a:cubicBezTo>
                    <a:cubicBezTo>
                      <a:pt x="262" y="262"/>
                      <a:pt x="298" y="227"/>
                      <a:pt x="346" y="203"/>
                    </a:cubicBezTo>
                    <a:cubicBezTo>
                      <a:pt x="393" y="179"/>
                      <a:pt x="453" y="167"/>
                      <a:pt x="524" y="167"/>
                    </a:cubicBezTo>
                    <a:cubicBezTo>
                      <a:pt x="584" y="167"/>
                      <a:pt x="643" y="179"/>
                      <a:pt x="679" y="191"/>
                    </a:cubicBezTo>
                    <a:cubicBezTo>
                      <a:pt x="727" y="215"/>
                      <a:pt x="751" y="250"/>
                      <a:pt x="774" y="286"/>
                    </a:cubicBezTo>
                    <a:cubicBezTo>
                      <a:pt x="798" y="322"/>
                      <a:pt x="798" y="358"/>
                      <a:pt x="798" y="405"/>
                    </a:cubicBezTo>
                    <a:cubicBezTo>
                      <a:pt x="798" y="477"/>
                      <a:pt x="786" y="536"/>
                      <a:pt x="751" y="596"/>
                    </a:cubicBezTo>
                    <a:cubicBezTo>
                      <a:pt x="715" y="643"/>
                      <a:pt x="667" y="703"/>
                      <a:pt x="608" y="751"/>
                    </a:cubicBezTo>
                    <a:cubicBezTo>
                      <a:pt x="548" y="798"/>
                      <a:pt x="489" y="846"/>
                      <a:pt x="417" y="893"/>
                    </a:cubicBezTo>
                    <a:cubicBezTo>
                      <a:pt x="370" y="929"/>
                      <a:pt x="310" y="965"/>
                      <a:pt x="262" y="1001"/>
                    </a:cubicBezTo>
                    <a:cubicBezTo>
                      <a:pt x="215" y="1048"/>
                      <a:pt x="167" y="1084"/>
                      <a:pt x="132" y="1120"/>
                    </a:cubicBezTo>
                    <a:cubicBezTo>
                      <a:pt x="96" y="1167"/>
                      <a:pt x="60" y="1215"/>
                      <a:pt x="36" y="1262"/>
                    </a:cubicBezTo>
                    <a:cubicBezTo>
                      <a:pt x="12" y="1310"/>
                      <a:pt x="1" y="1370"/>
                      <a:pt x="1" y="1429"/>
                    </a:cubicBezTo>
                    <a:lnTo>
                      <a:pt x="1" y="1489"/>
                    </a:lnTo>
                    <a:lnTo>
                      <a:pt x="1001" y="1489"/>
                    </a:lnTo>
                    <a:lnTo>
                      <a:pt x="1001" y="1310"/>
                    </a:lnTo>
                    <a:lnTo>
                      <a:pt x="227" y="1310"/>
                    </a:lnTo>
                    <a:cubicBezTo>
                      <a:pt x="239" y="1286"/>
                      <a:pt x="262" y="1251"/>
                      <a:pt x="286" y="1215"/>
                    </a:cubicBezTo>
                    <a:cubicBezTo>
                      <a:pt x="322" y="1179"/>
                      <a:pt x="358" y="1143"/>
                      <a:pt x="405" y="1120"/>
                    </a:cubicBezTo>
                    <a:cubicBezTo>
                      <a:pt x="453" y="1084"/>
                      <a:pt x="489" y="1048"/>
                      <a:pt x="536" y="1024"/>
                    </a:cubicBezTo>
                    <a:cubicBezTo>
                      <a:pt x="608" y="977"/>
                      <a:pt x="667" y="929"/>
                      <a:pt x="715" y="882"/>
                    </a:cubicBezTo>
                    <a:cubicBezTo>
                      <a:pt x="774" y="846"/>
                      <a:pt x="822" y="798"/>
                      <a:pt x="870" y="751"/>
                    </a:cubicBezTo>
                    <a:cubicBezTo>
                      <a:pt x="905" y="703"/>
                      <a:pt x="941" y="655"/>
                      <a:pt x="965" y="596"/>
                    </a:cubicBezTo>
                    <a:cubicBezTo>
                      <a:pt x="989" y="536"/>
                      <a:pt x="1001" y="477"/>
                      <a:pt x="1001" y="417"/>
                    </a:cubicBezTo>
                    <a:cubicBezTo>
                      <a:pt x="1001" y="358"/>
                      <a:pt x="989" y="310"/>
                      <a:pt x="965" y="262"/>
                    </a:cubicBezTo>
                    <a:cubicBezTo>
                      <a:pt x="953" y="215"/>
                      <a:pt x="929" y="167"/>
                      <a:pt x="882" y="131"/>
                    </a:cubicBezTo>
                    <a:cubicBezTo>
                      <a:pt x="846" y="96"/>
                      <a:pt x="798" y="60"/>
                      <a:pt x="739" y="36"/>
                    </a:cubicBezTo>
                    <a:cubicBezTo>
                      <a:pt x="679" y="12"/>
                      <a:pt x="608" y="0"/>
                      <a:pt x="5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4" name="Google Shape;1124;p45"/>
              <p:cNvSpPr/>
              <p:nvPr/>
            </p:nvSpPr>
            <p:spPr>
              <a:xfrm>
                <a:off x="5556050" y="6626150"/>
                <a:ext cx="25600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24" h="1501" extrusionOk="0">
                    <a:moveTo>
                      <a:pt x="512" y="0"/>
                    </a:moveTo>
                    <a:cubicBezTo>
                      <a:pt x="417" y="0"/>
                      <a:pt x="333" y="12"/>
                      <a:pt x="262" y="48"/>
                    </a:cubicBezTo>
                    <a:cubicBezTo>
                      <a:pt x="191" y="84"/>
                      <a:pt x="131" y="131"/>
                      <a:pt x="95" y="191"/>
                    </a:cubicBezTo>
                    <a:cubicBezTo>
                      <a:pt x="48" y="250"/>
                      <a:pt x="36" y="322"/>
                      <a:pt x="36" y="405"/>
                    </a:cubicBezTo>
                    <a:lnTo>
                      <a:pt x="36" y="441"/>
                    </a:lnTo>
                    <a:lnTo>
                      <a:pt x="226" y="441"/>
                    </a:lnTo>
                    <a:lnTo>
                      <a:pt x="226" y="405"/>
                    </a:lnTo>
                    <a:cubicBezTo>
                      <a:pt x="226" y="358"/>
                      <a:pt x="238" y="310"/>
                      <a:pt x="262" y="262"/>
                    </a:cubicBezTo>
                    <a:cubicBezTo>
                      <a:pt x="286" y="227"/>
                      <a:pt x="322" y="203"/>
                      <a:pt x="369" y="179"/>
                    </a:cubicBezTo>
                    <a:cubicBezTo>
                      <a:pt x="417" y="155"/>
                      <a:pt x="464" y="155"/>
                      <a:pt x="524" y="155"/>
                    </a:cubicBezTo>
                    <a:cubicBezTo>
                      <a:pt x="572" y="155"/>
                      <a:pt x="619" y="167"/>
                      <a:pt x="667" y="179"/>
                    </a:cubicBezTo>
                    <a:cubicBezTo>
                      <a:pt x="703" y="191"/>
                      <a:pt x="738" y="227"/>
                      <a:pt x="762" y="262"/>
                    </a:cubicBezTo>
                    <a:cubicBezTo>
                      <a:pt x="786" y="298"/>
                      <a:pt x="798" y="334"/>
                      <a:pt x="798" y="393"/>
                    </a:cubicBezTo>
                    <a:cubicBezTo>
                      <a:pt x="798" y="465"/>
                      <a:pt x="786" y="512"/>
                      <a:pt x="762" y="548"/>
                    </a:cubicBezTo>
                    <a:cubicBezTo>
                      <a:pt x="726" y="584"/>
                      <a:pt x="691" y="619"/>
                      <a:pt x="655" y="631"/>
                    </a:cubicBezTo>
                    <a:cubicBezTo>
                      <a:pt x="607" y="643"/>
                      <a:pt x="560" y="655"/>
                      <a:pt x="500" y="655"/>
                    </a:cubicBezTo>
                    <a:lnTo>
                      <a:pt x="345" y="655"/>
                    </a:lnTo>
                    <a:lnTo>
                      <a:pt x="345" y="810"/>
                    </a:lnTo>
                    <a:lnTo>
                      <a:pt x="500" y="810"/>
                    </a:lnTo>
                    <a:cubicBezTo>
                      <a:pt x="548" y="810"/>
                      <a:pt x="607" y="822"/>
                      <a:pt x="655" y="834"/>
                    </a:cubicBezTo>
                    <a:cubicBezTo>
                      <a:pt x="714" y="846"/>
                      <a:pt x="750" y="881"/>
                      <a:pt x="786" y="917"/>
                    </a:cubicBezTo>
                    <a:cubicBezTo>
                      <a:pt x="822" y="953"/>
                      <a:pt x="834" y="1000"/>
                      <a:pt x="834" y="1072"/>
                    </a:cubicBezTo>
                    <a:cubicBezTo>
                      <a:pt x="834" y="1167"/>
                      <a:pt x="810" y="1239"/>
                      <a:pt x="738" y="1274"/>
                    </a:cubicBezTo>
                    <a:cubicBezTo>
                      <a:pt x="679" y="1322"/>
                      <a:pt x="607" y="1346"/>
                      <a:pt x="500" y="1346"/>
                    </a:cubicBezTo>
                    <a:cubicBezTo>
                      <a:pt x="405" y="1346"/>
                      <a:pt x="333" y="1322"/>
                      <a:pt x="274" y="1274"/>
                    </a:cubicBezTo>
                    <a:cubicBezTo>
                      <a:pt x="214" y="1227"/>
                      <a:pt x="191" y="1167"/>
                      <a:pt x="191" y="1072"/>
                    </a:cubicBezTo>
                    <a:lnTo>
                      <a:pt x="191" y="1048"/>
                    </a:lnTo>
                    <a:lnTo>
                      <a:pt x="0" y="1048"/>
                    </a:lnTo>
                    <a:lnTo>
                      <a:pt x="0" y="1072"/>
                    </a:lnTo>
                    <a:cubicBezTo>
                      <a:pt x="0" y="1167"/>
                      <a:pt x="24" y="1239"/>
                      <a:pt x="60" y="1298"/>
                    </a:cubicBezTo>
                    <a:cubicBezTo>
                      <a:pt x="95" y="1370"/>
                      <a:pt x="155" y="1417"/>
                      <a:pt x="238" y="1453"/>
                    </a:cubicBezTo>
                    <a:cubicBezTo>
                      <a:pt x="310" y="1489"/>
                      <a:pt x="405" y="1501"/>
                      <a:pt x="524" y="1501"/>
                    </a:cubicBezTo>
                    <a:cubicBezTo>
                      <a:pt x="619" y="1501"/>
                      <a:pt x="703" y="1489"/>
                      <a:pt x="786" y="1453"/>
                    </a:cubicBezTo>
                    <a:cubicBezTo>
                      <a:pt x="857" y="1417"/>
                      <a:pt x="917" y="1370"/>
                      <a:pt x="964" y="1310"/>
                    </a:cubicBezTo>
                    <a:cubicBezTo>
                      <a:pt x="1000" y="1250"/>
                      <a:pt x="1024" y="1167"/>
                      <a:pt x="1024" y="1084"/>
                    </a:cubicBezTo>
                    <a:cubicBezTo>
                      <a:pt x="1024" y="989"/>
                      <a:pt x="1000" y="917"/>
                      <a:pt x="953" y="858"/>
                    </a:cubicBezTo>
                    <a:cubicBezTo>
                      <a:pt x="893" y="798"/>
                      <a:pt x="834" y="750"/>
                      <a:pt x="750" y="727"/>
                    </a:cubicBezTo>
                    <a:cubicBezTo>
                      <a:pt x="798" y="703"/>
                      <a:pt x="834" y="679"/>
                      <a:pt x="869" y="655"/>
                    </a:cubicBezTo>
                    <a:cubicBezTo>
                      <a:pt x="905" y="619"/>
                      <a:pt x="941" y="584"/>
                      <a:pt x="964" y="548"/>
                    </a:cubicBezTo>
                    <a:cubicBezTo>
                      <a:pt x="988" y="500"/>
                      <a:pt x="1000" y="453"/>
                      <a:pt x="1000" y="381"/>
                    </a:cubicBezTo>
                    <a:cubicBezTo>
                      <a:pt x="1000" y="298"/>
                      <a:pt x="976" y="227"/>
                      <a:pt x="929" y="167"/>
                    </a:cubicBezTo>
                    <a:cubicBezTo>
                      <a:pt x="893" y="108"/>
                      <a:pt x="834" y="72"/>
                      <a:pt x="762" y="36"/>
                    </a:cubicBezTo>
                    <a:cubicBezTo>
                      <a:pt x="691" y="12"/>
                      <a:pt x="607" y="0"/>
                      <a:pt x="5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5" name="Google Shape;1125;p45"/>
              <p:cNvSpPr/>
              <p:nvPr/>
            </p:nvSpPr>
            <p:spPr>
              <a:xfrm>
                <a:off x="5597125" y="6626150"/>
                <a:ext cx="26500" cy="36925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477" extrusionOk="0">
                    <a:moveTo>
                      <a:pt x="393" y="0"/>
                    </a:moveTo>
                    <a:cubicBezTo>
                      <a:pt x="369" y="108"/>
                      <a:pt x="334" y="227"/>
                      <a:pt x="298" y="334"/>
                    </a:cubicBezTo>
                    <a:cubicBezTo>
                      <a:pt x="262" y="441"/>
                      <a:pt x="214" y="548"/>
                      <a:pt x="167" y="655"/>
                    </a:cubicBezTo>
                    <a:cubicBezTo>
                      <a:pt x="119" y="762"/>
                      <a:pt x="60" y="858"/>
                      <a:pt x="0" y="965"/>
                    </a:cubicBezTo>
                    <a:lnTo>
                      <a:pt x="0" y="1120"/>
                    </a:lnTo>
                    <a:lnTo>
                      <a:pt x="679" y="1120"/>
                    </a:lnTo>
                    <a:lnTo>
                      <a:pt x="679" y="1477"/>
                    </a:lnTo>
                    <a:lnTo>
                      <a:pt x="869" y="1477"/>
                    </a:lnTo>
                    <a:lnTo>
                      <a:pt x="869" y="1120"/>
                    </a:lnTo>
                    <a:lnTo>
                      <a:pt x="1060" y="1120"/>
                    </a:lnTo>
                    <a:lnTo>
                      <a:pt x="1060" y="965"/>
                    </a:lnTo>
                    <a:lnTo>
                      <a:pt x="869" y="965"/>
                    </a:lnTo>
                    <a:lnTo>
                      <a:pt x="869" y="215"/>
                    </a:lnTo>
                    <a:lnTo>
                      <a:pt x="774" y="215"/>
                    </a:lnTo>
                    <a:cubicBezTo>
                      <a:pt x="774" y="227"/>
                      <a:pt x="762" y="250"/>
                      <a:pt x="762" y="274"/>
                    </a:cubicBezTo>
                    <a:cubicBezTo>
                      <a:pt x="750" y="298"/>
                      <a:pt x="738" y="322"/>
                      <a:pt x="738" y="358"/>
                    </a:cubicBezTo>
                    <a:lnTo>
                      <a:pt x="703" y="429"/>
                    </a:lnTo>
                    <a:cubicBezTo>
                      <a:pt x="703" y="453"/>
                      <a:pt x="691" y="477"/>
                      <a:pt x="679" y="500"/>
                    </a:cubicBezTo>
                    <a:lnTo>
                      <a:pt x="679" y="965"/>
                    </a:lnTo>
                    <a:lnTo>
                      <a:pt x="179" y="965"/>
                    </a:lnTo>
                    <a:cubicBezTo>
                      <a:pt x="203" y="941"/>
                      <a:pt x="226" y="905"/>
                      <a:pt x="250" y="858"/>
                    </a:cubicBezTo>
                    <a:cubicBezTo>
                      <a:pt x="274" y="810"/>
                      <a:pt x="310" y="750"/>
                      <a:pt x="345" y="679"/>
                    </a:cubicBezTo>
                    <a:cubicBezTo>
                      <a:pt x="369" y="619"/>
                      <a:pt x="405" y="548"/>
                      <a:pt x="441" y="465"/>
                    </a:cubicBezTo>
                    <a:cubicBezTo>
                      <a:pt x="464" y="393"/>
                      <a:pt x="500" y="310"/>
                      <a:pt x="524" y="238"/>
                    </a:cubicBezTo>
                    <a:cubicBezTo>
                      <a:pt x="548" y="155"/>
                      <a:pt x="572" y="72"/>
                      <a:pt x="5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6" name="Google Shape;1126;p45"/>
              <p:cNvSpPr/>
              <p:nvPr/>
            </p:nvSpPr>
            <p:spPr>
              <a:xfrm>
                <a:off x="5628075" y="6626750"/>
                <a:ext cx="25325" cy="369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477" extrusionOk="0">
                    <a:moveTo>
                      <a:pt x="108" y="0"/>
                    </a:moveTo>
                    <a:lnTo>
                      <a:pt x="48" y="798"/>
                    </a:lnTo>
                    <a:lnTo>
                      <a:pt x="227" y="834"/>
                    </a:lnTo>
                    <a:cubicBezTo>
                      <a:pt x="250" y="798"/>
                      <a:pt x="274" y="762"/>
                      <a:pt x="298" y="738"/>
                    </a:cubicBezTo>
                    <a:cubicBezTo>
                      <a:pt x="334" y="715"/>
                      <a:pt x="369" y="703"/>
                      <a:pt x="405" y="691"/>
                    </a:cubicBezTo>
                    <a:cubicBezTo>
                      <a:pt x="441" y="667"/>
                      <a:pt x="489" y="667"/>
                      <a:pt x="524" y="667"/>
                    </a:cubicBezTo>
                    <a:cubicBezTo>
                      <a:pt x="584" y="667"/>
                      <a:pt x="631" y="679"/>
                      <a:pt x="679" y="703"/>
                    </a:cubicBezTo>
                    <a:cubicBezTo>
                      <a:pt x="727" y="726"/>
                      <a:pt x="762" y="750"/>
                      <a:pt x="786" y="798"/>
                    </a:cubicBezTo>
                    <a:cubicBezTo>
                      <a:pt x="810" y="846"/>
                      <a:pt x="822" y="905"/>
                      <a:pt x="822" y="976"/>
                    </a:cubicBezTo>
                    <a:cubicBezTo>
                      <a:pt x="822" y="1060"/>
                      <a:pt x="810" y="1119"/>
                      <a:pt x="774" y="1167"/>
                    </a:cubicBezTo>
                    <a:cubicBezTo>
                      <a:pt x="750" y="1226"/>
                      <a:pt x="715" y="1262"/>
                      <a:pt x="667" y="1286"/>
                    </a:cubicBezTo>
                    <a:cubicBezTo>
                      <a:pt x="620" y="1310"/>
                      <a:pt x="572" y="1322"/>
                      <a:pt x="512" y="1322"/>
                    </a:cubicBezTo>
                    <a:cubicBezTo>
                      <a:pt x="453" y="1322"/>
                      <a:pt x="393" y="1310"/>
                      <a:pt x="346" y="1286"/>
                    </a:cubicBezTo>
                    <a:cubicBezTo>
                      <a:pt x="298" y="1262"/>
                      <a:pt x="262" y="1215"/>
                      <a:pt x="227" y="1167"/>
                    </a:cubicBezTo>
                    <a:cubicBezTo>
                      <a:pt x="203" y="1119"/>
                      <a:pt x="191" y="1072"/>
                      <a:pt x="191" y="1000"/>
                    </a:cubicBezTo>
                    <a:lnTo>
                      <a:pt x="0" y="1000"/>
                    </a:lnTo>
                    <a:cubicBezTo>
                      <a:pt x="0" y="1096"/>
                      <a:pt x="24" y="1191"/>
                      <a:pt x="60" y="1262"/>
                    </a:cubicBezTo>
                    <a:cubicBezTo>
                      <a:pt x="108" y="1334"/>
                      <a:pt x="167" y="1381"/>
                      <a:pt x="239" y="1417"/>
                    </a:cubicBezTo>
                    <a:cubicBezTo>
                      <a:pt x="322" y="1453"/>
                      <a:pt x="405" y="1477"/>
                      <a:pt x="512" y="1477"/>
                    </a:cubicBezTo>
                    <a:cubicBezTo>
                      <a:pt x="620" y="1477"/>
                      <a:pt x="703" y="1453"/>
                      <a:pt x="774" y="1417"/>
                    </a:cubicBezTo>
                    <a:cubicBezTo>
                      <a:pt x="858" y="1381"/>
                      <a:pt x="905" y="1322"/>
                      <a:pt x="953" y="1238"/>
                    </a:cubicBezTo>
                    <a:cubicBezTo>
                      <a:pt x="989" y="1167"/>
                      <a:pt x="1012" y="1072"/>
                      <a:pt x="1012" y="965"/>
                    </a:cubicBezTo>
                    <a:cubicBezTo>
                      <a:pt x="1012" y="857"/>
                      <a:pt x="989" y="774"/>
                      <a:pt x="953" y="703"/>
                    </a:cubicBezTo>
                    <a:cubicBezTo>
                      <a:pt x="917" y="643"/>
                      <a:pt x="858" y="584"/>
                      <a:pt x="786" y="560"/>
                    </a:cubicBezTo>
                    <a:cubicBezTo>
                      <a:pt x="727" y="524"/>
                      <a:pt x="643" y="512"/>
                      <a:pt x="560" y="512"/>
                    </a:cubicBezTo>
                    <a:cubicBezTo>
                      <a:pt x="512" y="512"/>
                      <a:pt x="465" y="512"/>
                      <a:pt x="429" y="524"/>
                    </a:cubicBezTo>
                    <a:cubicBezTo>
                      <a:pt x="393" y="536"/>
                      <a:pt x="358" y="548"/>
                      <a:pt x="322" y="572"/>
                    </a:cubicBezTo>
                    <a:cubicBezTo>
                      <a:pt x="286" y="584"/>
                      <a:pt x="262" y="607"/>
                      <a:pt x="239" y="619"/>
                    </a:cubicBezTo>
                    <a:lnTo>
                      <a:pt x="274" y="167"/>
                    </a:lnTo>
                    <a:lnTo>
                      <a:pt x="941" y="167"/>
                    </a:lnTo>
                    <a:lnTo>
                      <a:pt x="9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7" name="Google Shape;1127;p45"/>
              <p:cNvSpPr/>
              <p:nvPr/>
            </p:nvSpPr>
            <p:spPr>
              <a:xfrm>
                <a:off x="5658725" y="6626150"/>
                <a:ext cx="253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501" extrusionOk="0">
                    <a:moveTo>
                      <a:pt x="525" y="691"/>
                    </a:moveTo>
                    <a:cubicBezTo>
                      <a:pt x="596" y="691"/>
                      <a:pt x="644" y="703"/>
                      <a:pt x="691" y="739"/>
                    </a:cubicBezTo>
                    <a:cubicBezTo>
                      <a:pt x="739" y="762"/>
                      <a:pt x="775" y="810"/>
                      <a:pt x="787" y="858"/>
                    </a:cubicBezTo>
                    <a:cubicBezTo>
                      <a:pt x="810" y="905"/>
                      <a:pt x="822" y="953"/>
                      <a:pt x="822" y="1012"/>
                    </a:cubicBezTo>
                    <a:cubicBezTo>
                      <a:pt x="822" y="1072"/>
                      <a:pt x="810" y="1131"/>
                      <a:pt x="787" y="1179"/>
                    </a:cubicBezTo>
                    <a:cubicBezTo>
                      <a:pt x="763" y="1227"/>
                      <a:pt x="727" y="1274"/>
                      <a:pt x="691" y="1298"/>
                    </a:cubicBezTo>
                    <a:cubicBezTo>
                      <a:pt x="644" y="1334"/>
                      <a:pt x="584" y="1346"/>
                      <a:pt x="513" y="1346"/>
                    </a:cubicBezTo>
                    <a:cubicBezTo>
                      <a:pt x="441" y="1346"/>
                      <a:pt x="394" y="1334"/>
                      <a:pt x="346" y="1298"/>
                    </a:cubicBezTo>
                    <a:cubicBezTo>
                      <a:pt x="298" y="1274"/>
                      <a:pt x="263" y="1227"/>
                      <a:pt x="239" y="1179"/>
                    </a:cubicBezTo>
                    <a:cubicBezTo>
                      <a:pt x="215" y="1131"/>
                      <a:pt x="203" y="1084"/>
                      <a:pt x="203" y="1024"/>
                    </a:cubicBezTo>
                    <a:cubicBezTo>
                      <a:pt x="203" y="965"/>
                      <a:pt x="215" y="905"/>
                      <a:pt x="239" y="858"/>
                    </a:cubicBezTo>
                    <a:cubicBezTo>
                      <a:pt x="263" y="810"/>
                      <a:pt x="298" y="762"/>
                      <a:pt x="346" y="739"/>
                    </a:cubicBezTo>
                    <a:cubicBezTo>
                      <a:pt x="394" y="703"/>
                      <a:pt x="453" y="691"/>
                      <a:pt x="525" y="691"/>
                    </a:cubicBezTo>
                    <a:close/>
                    <a:moveTo>
                      <a:pt x="525" y="0"/>
                    </a:moveTo>
                    <a:cubicBezTo>
                      <a:pt x="441" y="0"/>
                      <a:pt x="370" y="12"/>
                      <a:pt x="298" y="36"/>
                    </a:cubicBezTo>
                    <a:cubicBezTo>
                      <a:pt x="239" y="60"/>
                      <a:pt x="179" y="108"/>
                      <a:pt x="132" y="167"/>
                    </a:cubicBezTo>
                    <a:cubicBezTo>
                      <a:pt x="84" y="227"/>
                      <a:pt x="60" y="310"/>
                      <a:pt x="36" y="417"/>
                    </a:cubicBezTo>
                    <a:cubicBezTo>
                      <a:pt x="1" y="512"/>
                      <a:pt x="1" y="643"/>
                      <a:pt x="1" y="786"/>
                    </a:cubicBezTo>
                    <a:cubicBezTo>
                      <a:pt x="1" y="929"/>
                      <a:pt x="1" y="1036"/>
                      <a:pt x="36" y="1131"/>
                    </a:cubicBezTo>
                    <a:cubicBezTo>
                      <a:pt x="60" y="1227"/>
                      <a:pt x="96" y="1298"/>
                      <a:pt x="132" y="1346"/>
                    </a:cubicBezTo>
                    <a:cubicBezTo>
                      <a:pt x="179" y="1405"/>
                      <a:pt x="239" y="1441"/>
                      <a:pt x="310" y="1465"/>
                    </a:cubicBezTo>
                    <a:cubicBezTo>
                      <a:pt x="370" y="1489"/>
                      <a:pt x="441" y="1501"/>
                      <a:pt x="525" y="1501"/>
                    </a:cubicBezTo>
                    <a:cubicBezTo>
                      <a:pt x="620" y="1501"/>
                      <a:pt x="703" y="1477"/>
                      <a:pt x="775" y="1441"/>
                    </a:cubicBezTo>
                    <a:cubicBezTo>
                      <a:pt x="846" y="1405"/>
                      <a:pt x="906" y="1346"/>
                      <a:pt x="941" y="1274"/>
                    </a:cubicBezTo>
                    <a:cubicBezTo>
                      <a:pt x="989" y="1191"/>
                      <a:pt x="1013" y="1108"/>
                      <a:pt x="1013" y="1012"/>
                    </a:cubicBezTo>
                    <a:cubicBezTo>
                      <a:pt x="1013" y="929"/>
                      <a:pt x="989" y="846"/>
                      <a:pt x="965" y="774"/>
                    </a:cubicBezTo>
                    <a:cubicBezTo>
                      <a:pt x="929" y="703"/>
                      <a:pt x="882" y="643"/>
                      <a:pt x="810" y="596"/>
                    </a:cubicBezTo>
                    <a:cubicBezTo>
                      <a:pt x="739" y="560"/>
                      <a:pt x="656" y="536"/>
                      <a:pt x="548" y="536"/>
                    </a:cubicBezTo>
                    <a:cubicBezTo>
                      <a:pt x="501" y="536"/>
                      <a:pt x="441" y="548"/>
                      <a:pt x="394" y="560"/>
                    </a:cubicBezTo>
                    <a:cubicBezTo>
                      <a:pt x="346" y="584"/>
                      <a:pt x="298" y="596"/>
                      <a:pt x="263" y="631"/>
                    </a:cubicBezTo>
                    <a:cubicBezTo>
                      <a:pt x="227" y="655"/>
                      <a:pt x="203" y="679"/>
                      <a:pt x="191" y="715"/>
                    </a:cubicBezTo>
                    <a:cubicBezTo>
                      <a:pt x="191" y="596"/>
                      <a:pt x="191" y="500"/>
                      <a:pt x="215" y="417"/>
                    </a:cubicBezTo>
                    <a:cubicBezTo>
                      <a:pt x="227" y="334"/>
                      <a:pt x="263" y="262"/>
                      <a:pt x="310" y="215"/>
                    </a:cubicBezTo>
                    <a:cubicBezTo>
                      <a:pt x="358" y="179"/>
                      <a:pt x="429" y="155"/>
                      <a:pt x="513" y="155"/>
                    </a:cubicBezTo>
                    <a:cubicBezTo>
                      <a:pt x="572" y="155"/>
                      <a:pt x="620" y="155"/>
                      <a:pt x="656" y="179"/>
                    </a:cubicBezTo>
                    <a:cubicBezTo>
                      <a:pt x="691" y="203"/>
                      <a:pt x="727" y="238"/>
                      <a:pt x="739" y="286"/>
                    </a:cubicBezTo>
                    <a:cubicBezTo>
                      <a:pt x="763" y="322"/>
                      <a:pt x="775" y="381"/>
                      <a:pt x="775" y="441"/>
                    </a:cubicBezTo>
                    <a:lnTo>
                      <a:pt x="965" y="441"/>
                    </a:lnTo>
                    <a:cubicBezTo>
                      <a:pt x="965" y="358"/>
                      <a:pt x="941" y="286"/>
                      <a:pt x="918" y="215"/>
                    </a:cubicBezTo>
                    <a:cubicBezTo>
                      <a:pt x="882" y="143"/>
                      <a:pt x="834" y="96"/>
                      <a:pt x="775" y="60"/>
                    </a:cubicBezTo>
                    <a:cubicBezTo>
                      <a:pt x="715" y="12"/>
                      <a:pt x="632" y="0"/>
                      <a:pt x="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8" name="Google Shape;1128;p45"/>
              <p:cNvSpPr/>
              <p:nvPr/>
            </p:nvSpPr>
            <p:spPr>
              <a:xfrm>
                <a:off x="5700100" y="6626750"/>
                <a:ext cx="25625" cy="36325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453" extrusionOk="0">
                    <a:moveTo>
                      <a:pt x="1" y="0"/>
                    </a:moveTo>
                    <a:lnTo>
                      <a:pt x="1" y="167"/>
                    </a:lnTo>
                    <a:lnTo>
                      <a:pt x="775" y="167"/>
                    </a:lnTo>
                    <a:cubicBezTo>
                      <a:pt x="715" y="250"/>
                      <a:pt x="656" y="334"/>
                      <a:pt x="584" y="429"/>
                    </a:cubicBezTo>
                    <a:cubicBezTo>
                      <a:pt x="525" y="512"/>
                      <a:pt x="465" y="619"/>
                      <a:pt x="406" y="726"/>
                    </a:cubicBezTo>
                    <a:cubicBezTo>
                      <a:pt x="358" y="834"/>
                      <a:pt x="310" y="953"/>
                      <a:pt x="275" y="1072"/>
                    </a:cubicBezTo>
                    <a:cubicBezTo>
                      <a:pt x="239" y="1191"/>
                      <a:pt x="227" y="1322"/>
                      <a:pt x="227" y="1453"/>
                    </a:cubicBezTo>
                    <a:lnTo>
                      <a:pt x="429" y="1453"/>
                    </a:lnTo>
                    <a:lnTo>
                      <a:pt x="429" y="1346"/>
                    </a:lnTo>
                    <a:cubicBezTo>
                      <a:pt x="429" y="1262"/>
                      <a:pt x="441" y="1167"/>
                      <a:pt x="465" y="1072"/>
                    </a:cubicBezTo>
                    <a:cubicBezTo>
                      <a:pt x="489" y="988"/>
                      <a:pt x="525" y="893"/>
                      <a:pt x="560" y="810"/>
                    </a:cubicBezTo>
                    <a:cubicBezTo>
                      <a:pt x="608" y="715"/>
                      <a:pt x="644" y="631"/>
                      <a:pt x="703" y="548"/>
                    </a:cubicBezTo>
                    <a:cubicBezTo>
                      <a:pt x="751" y="465"/>
                      <a:pt x="798" y="393"/>
                      <a:pt x="858" y="310"/>
                    </a:cubicBezTo>
                    <a:cubicBezTo>
                      <a:pt x="917" y="238"/>
                      <a:pt x="965" y="179"/>
                      <a:pt x="1025" y="107"/>
                    </a:cubicBezTo>
                    <a:lnTo>
                      <a:pt x="10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29" name="Google Shape;1129;p45"/>
              <p:cNvSpPr/>
              <p:nvPr/>
            </p:nvSpPr>
            <p:spPr>
              <a:xfrm>
                <a:off x="5730175" y="6626150"/>
                <a:ext cx="253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501" extrusionOk="0">
                    <a:moveTo>
                      <a:pt x="500" y="155"/>
                    </a:moveTo>
                    <a:cubicBezTo>
                      <a:pt x="596" y="155"/>
                      <a:pt x="655" y="179"/>
                      <a:pt x="715" y="215"/>
                    </a:cubicBezTo>
                    <a:cubicBezTo>
                      <a:pt x="762" y="262"/>
                      <a:pt x="786" y="322"/>
                      <a:pt x="786" y="405"/>
                    </a:cubicBezTo>
                    <a:cubicBezTo>
                      <a:pt x="786" y="477"/>
                      <a:pt x="762" y="548"/>
                      <a:pt x="715" y="584"/>
                    </a:cubicBezTo>
                    <a:cubicBezTo>
                      <a:pt x="655" y="631"/>
                      <a:pt x="596" y="655"/>
                      <a:pt x="500" y="655"/>
                    </a:cubicBezTo>
                    <a:cubicBezTo>
                      <a:pt x="417" y="655"/>
                      <a:pt x="357" y="631"/>
                      <a:pt x="298" y="584"/>
                    </a:cubicBezTo>
                    <a:cubicBezTo>
                      <a:pt x="250" y="548"/>
                      <a:pt x="226" y="477"/>
                      <a:pt x="226" y="405"/>
                    </a:cubicBezTo>
                    <a:cubicBezTo>
                      <a:pt x="226" y="322"/>
                      <a:pt x="250" y="262"/>
                      <a:pt x="298" y="215"/>
                    </a:cubicBezTo>
                    <a:cubicBezTo>
                      <a:pt x="346" y="179"/>
                      <a:pt x="417" y="155"/>
                      <a:pt x="500" y="155"/>
                    </a:cubicBezTo>
                    <a:close/>
                    <a:moveTo>
                      <a:pt x="500" y="810"/>
                    </a:moveTo>
                    <a:cubicBezTo>
                      <a:pt x="607" y="810"/>
                      <a:pt x="691" y="834"/>
                      <a:pt x="738" y="881"/>
                    </a:cubicBezTo>
                    <a:cubicBezTo>
                      <a:pt x="786" y="929"/>
                      <a:pt x="822" y="1000"/>
                      <a:pt x="822" y="1072"/>
                    </a:cubicBezTo>
                    <a:cubicBezTo>
                      <a:pt x="822" y="1167"/>
                      <a:pt x="786" y="1227"/>
                      <a:pt x="738" y="1274"/>
                    </a:cubicBezTo>
                    <a:cubicBezTo>
                      <a:pt x="691" y="1322"/>
                      <a:pt x="607" y="1346"/>
                      <a:pt x="500" y="1346"/>
                    </a:cubicBezTo>
                    <a:cubicBezTo>
                      <a:pt x="405" y="1346"/>
                      <a:pt x="322" y="1322"/>
                      <a:pt x="274" y="1274"/>
                    </a:cubicBezTo>
                    <a:cubicBezTo>
                      <a:pt x="215" y="1227"/>
                      <a:pt x="191" y="1155"/>
                      <a:pt x="191" y="1072"/>
                    </a:cubicBezTo>
                    <a:cubicBezTo>
                      <a:pt x="191" y="1000"/>
                      <a:pt x="215" y="929"/>
                      <a:pt x="274" y="881"/>
                    </a:cubicBezTo>
                    <a:cubicBezTo>
                      <a:pt x="322" y="834"/>
                      <a:pt x="405" y="810"/>
                      <a:pt x="500" y="810"/>
                    </a:cubicBezTo>
                    <a:close/>
                    <a:moveTo>
                      <a:pt x="500" y="0"/>
                    </a:moveTo>
                    <a:cubicBezTo>
                      <a:pt x="405" y="0"/>
                      <a:pt x="310" y="12"/>
                      <a:pt x="250" y="48"/>
                    </a:cubicBezTo>
                    <a:cubicBezTo>
                      <a:pt x="179" y="84"/>
                      <a:pt x="119" y="131"/>
                      <a:pt x="84" y="191"/>
                    </a:cubicBezTo>
                    <a:cubicBezTo>
                      <a:pt x="60" y="250"/>
                      <a:pt x="36" y="322"/>
                      <a:pt x="36" y="393"/>
                    </a:cubicBezTo>
                    <a:cubicBezTo>
                      <a:pt x="36" y="465"/>
                      <a:pt x="60" y="536"/>
                      <a:pt x="84" y="584"/>
                    </a:cubicBezTo>
                    <a:cubicBezTo>
                      <a:pt x="119" y="643"/>
                      <a:pt x="179" y="691"/>
                      <a:pt x="238" y="727"/>
                    </a:cubicBezTo>
                    <a:cubicBezTo>
                      <a:pt x="155" y="762"/>
                      <a:pt x="95" y="810"/>
                      <a:pt x="60" y="870"/>
                    </a:cubicBezTo>
                    <a:cubicBezTo>
                      <a:pt x="12" y="929"/>
                      <a:pt x="0" y="1000"/>
                      <a:pt x="0" y="1084"/>
                    </a:cubicBezTo>
                    <a:cubicBezTo>
                      <a:pt x="0" y="1155"/>
                      <a:pt x="12" y="1227"/>
                      <a:pt x="48" y="1286"/>
                    </a:cubicBezTo>
                    <a:cubicBezTo>
                      <a:pt x="84" y="1358"/>
                      <a:pt x="143" y="1405"/>
                      <a:pt x="215" y="1441"/>
                    </a:cubicBezTo>
                    <a:cubicBezTo>
                      <a:pt x="286" y="1477"/>
                      <a:pt x="381" y="1501"/>
                      <a:pt x="500" y="1501"/>
                    </a:cubicBezTo>
                    <a:cubicBezTo>
                      <a:pt x="631" y="1501"/>
                      <a:pt x="727" y="1477"/>
                      <a:pt x="798" y="1441"/>
                    </a:cubicBezTo>
                    <a:cubicBezTo>
                      <a:pt x="869" y="1405"/>
                      <a:pt x="929" y="1358"/>
                      <a:pt x="965" y="1286"/>
                    </a:cubicBezTo>
                    <a:cubicBezTo>
                      <a:pt x="988" y="1227"/>
                      <a:pt x="1012" y="1155"/>
                      <a:pt x="1012" y="1084"/>
                    </a:cubicBezTo>
                    <a:cubicBezTo>
                      <a:pt x="1012" y="1000"/>
                      <a:pt x="988" y="929"/>
                      <a:pt x="953" y="870"/>
                    </a:cubicBezTo>
                    <a:cubicBezTo>
                      <a:pt x="917" y="810"/>
                      <a:pt x="857" y="762"/>
                      <a:pt x="762" y="727"/>
                    </a:cubicBezTo>
                    <a:cubicBezTo>
                      <a:pt x="834" y="691"/>
                      <a:pt x="881" y="643"/>
                      <a:pt x="917" y="584"/>
                    </a:cubicBezTo>
                    <a:cubicBezTo>
                      <a:pt x="953" y="536"/>
                      <a:pt x="977" y="465"/>
                      <a:pt x="977" y="393"/>
                    </a:cubicBezTo>
                    <a:cubicBezTo>
                      <a:pt x="977" y="322"/>
                      <a:pt x="953" y="250"/>
                      <a:pt x="917" y="191"/>
                    </a:cubicBezTo>
                    <a:cubicBezTo>
                      <a:pt x="881" y="131"/>
                      <a:pt x="834" y="84"/>
                      <a:pt x="762" y="48"/>
                    </a:cubicBezTo>
                    <a:cubicBezTo>
                      <a:pt x="691" y="12"/>
                      <a:pt x="607" y="0"/>
                      <a:pt x="5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1130" name="Google Shape;1130;p45"/>
              <p:cNvSpPr/>
              <p:nvPr/>
            </p:nvSpPr>
            <p:spPr>
              <a:xfrm>
                <a:off x="5760525" y="6626150"/>
                <a:ext cx="256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501" extrusionOk="0">
                    <a:moveTo>
                      <a:pt x="501" y="155"/>
                    </a:moveTo>
                    <a:cubicBezTo>
                      <a:pt x="572" y="155"/>
                      <a:pt x="632" y="167"/>
                      <a:pt x="679" y="191"/>
                    </a:cubicBezTo>
                    <a:cubicBezTo>
                      <a:pt x="727" y="227"/>
                      <a:pt x="751" y="262"/>
                      <a:pt x="775" y="310"/>
                    </a:cubicBezTo>
                    <a:cubicBezTo>
                      <a:pt x="798" y="358"/>
                      <a:pt x="810" y="417"/>
                      <a:pt x="810" y="477"/>
                    </a:cubicBezTo>
                    <a:cubicBezTo>
                      <a:pt x="810" y="536"/>
                      <a:pt x="798" y="596"/>
                      <a:pt x="775" y="643"/>
                    </a:cubicBezTo>
                    <a:cubicBezTo>
                      <a:pt x="751" y="691"/>
                      <a:pt x="715" y="727"/>
                      <a:pt x="679" y="762"/>
                    </a:cubicBezTo>
                    <a:cubicBezTo>
                      <a:pt x="632" y="786"/>
                      <a:pt x="572" y="798"/>
                      <a:pt x="501" y="798"/>
                    </a:cubicBezTo>
                    <a:cubicBezTo>
                      <a:pt x="429" y="798"/>
                      <a:pt x="370" y="786"/>
                      <a:pt x="322" y="762"/>
                    </a:cubicBezTo>
                    <a:cubicBezTo>
                      <a:pt x="286" y="739"/>
                      <a:pt x="251" y="691"/>
                      <a:pt x="227" y="643"/>
                    </a:cubicBezTo>
                    <a:cubicBezTo>
                      <a:pt x="203" y="596"/>
                      <a:pt x="203" y="548"/>
                      <a:pt x="203" y="489"/>
                    </a:cubicBezTo>
                    <a:cubicBezTo>
                      <a:pt x="203" y="429"/>
                      <a:pt x="203" y="369"/>
                      <a:pt x="227" y="322"/>
                    </a:cubicBezTo>
                    <a:cubicBezTo>
                      <a:pt x="251" y="274"/>
                      <a:pt x="286" y="227"/>
                      <a:pt x="334" y="203"/>
                    </a:cubicBezTo>
                    <a:cubicBezTo>
                      <a:pt x="382" y="167"/>
                      <a:pt x="441" y="155"/>
                      <a:pt x="501" y="155"/>
                    </a:cubicBezTo>
                    <a:close/>
                    <a:moveTo>
                      <a:pt x="489" y="0"/>
                    </a:moveTo>
                    <a:cubicBezTo>
                      <a:pt x="394" y="0"/>
                      <a:pt x="310" y="12"/>
                      <a:pt x="239" y="60"/>
                    </a:cubicBezTo>
                    <a:cubicBezTo>
                      <a:pt x="167" y="96"/>
                      <a:pt x="108" y="155"/>
                      <a:pt x="60" y="227"/>
                    </a:cubicBezTo>
                    <a:cubicBezTo>
                      <a:pt x="24" y="298"/>
                      <a:pt x="1" y="381"/>
                      <a:pt x="1" y="489"/>
                    </a:cubicBezTo>
                    <a:cubicBezTo>
                      <a:pt x="1" y="572"/>
                      <a:pt x="13" y="655"/>
                      <a:pt x="48" y="727"/>
                    </a:cubicBezTo>
                    <a:cubicBezTo>
                      <a:pt x="84" y="798"/>
                      <a:pt x="132" y="858"/>
                      <a:pt x="203" y="893"/>
                    </a:cubicBezTo>
                    <a:cubicBezTo>
                      <a:pt x="275" y="941"/>
                      <a:pt x="358" y="953"/>
                      <a:pt x="465" y="953"/>
                    </a:cubicBezTo>
                    <a:cubicBezTo>
                      <a:pt x="513" y="953"/>
                      <a:pt x="572" y="953"/>
                      <a:pt x="620" y="929"/>
                    </a:cubicBezTo>
                    <a:cubicBezTo>
                      <a:pt x="667" y="917"/>
                      <a:pt x="703" y="893"/>
                      <a:pt x="751" y="870"/>
                    </a:cubicBezTo>
                    <a:cubicBezTo>
                      <a:pt x="786" y="846"/>
                      <a:pt x="810" y="810"/>
                      <a:pt x="834" y="786"/>
                    </a:cubicBezTo>
                    <a:lnTo>
                      <a:pt x="834" y="786"/>
                    </a:lnTo>
                    <a:cubicBezTo>
                      <a:pt x="822" y="893"/>
                      <a:pt x="822" y="1000"/>
                      <a:pt x="798" y="1084"/>
                    </a:cubicBezTo>
                    <a:cubicBezTo>
                      <a:pt x="775" y="1167"/>
                      <a:pt x="751" y="1239"/>
                      <a:pt x="703" y="1274"/>
                    </a:cubicBezTo>
                    <a:cubicBezTo>
                      <a:pt x="656" y="1322"/>
                      <a:pt x="584" y="1346"/>
                      <a:pt x="501" y="1346"/>
                    </a:cubicBezTo>
                    <a:cubicBezTo>
                      <a:pt x="441" y="1346"/>
                      <a:pt x="394" y="1334"/>
                      <a:pt x="358" y="1310"/>
                    </a:cubicBezTo>
                    <a:cubicBezTo>
                      <a:pt x="322" y="1286"/>
                      <a:pt x="298" y="1262"/>
                      <a:pt x="275" y="1215"/>
                    </a:cubicBezTo>
                    <a:cubicBezTo>
                      <a:pt x="251" y="1167"/>
                      <a:pt x="251" y="1120"/>
                      <a:pt x="251" y="1048"/>
                    </a:cubicBezTo>
                    <a:lnTo>
                      <a:pt x="60" y="1048"/>
                    </a:lnTo>
                    <a:cubicBezTo>
                      <a:pt x="60" y="1131"/>
                      <a:pt x="72" y="1215"/>
                      <a:pt x="96" y="1286"/>
                    </a:cubicBezTo>
                    <a:cubicBezTo>
                      <a:pt x="132" y="1346"/>
                      <a:pt x="179" y="1405"/>
                      <a:pt x="239" y="1441"/>
                    </a:cubicBezTo>
                    <a:cubicBezTo>
                      <a:pt x="310" y="1477"/>
                      <a:pt x="394" y="1501"/>
                      <a:pt x="489" y="1501"/>
                    </a:cubicBezTo>
                    <a:cubicBezTo>
                      <a:pt x="584" y="1501"/>
                      <a:pt x="656" y="1489"/>
                      <a:pt x="715" y="1465"/>
                    </a:cubicBezTo>
                    <a:cubicBezTo>
                      <a:pt x="786" y="1429"/>
                      <a:pt x="846" y="1381"/>
                      <a:pt x="882" y="1322"/>
                    </a:cubicBezTo>
                    <a:cubicBezTo>
                      <a:pt x="929" y="1262"/>
                      <a:pt x="965" y="1179"/>
                      <a:pt x="989" y="1084"/>
                    </a:cubicBezTo>
                    <a:cubicBezTo>
                      <a:pt x="1013" y="977"/>
                      <a:pt x="1025" y="858"/>
                      <a:pt x="1025" y="703"/>
                    </a:cubicBezTo>
                    <a:cubicBezTo>
                      <a:pt x="1025" y="572"/>
                      <a:pt x="1013" y="453"/>
                      <a:pt x="989" y="369"/>
                    </a:cubicBezTo>
                    <a:cubicBezTo>
                      <a:pt x="965" y="274"/>
                      <a:pt x="929" y="203"/>
                      <a:pt x="882" y="143"/>
                    </a:cubicBezTo>
                    <a:cubicBezTo>
                      <a:pt x="834" y="96"/>
                      <a:pt x="775" y="60"/>
                      <a:pt x="715" y="36"/>
                    </a:cubicBezTo>
                    <a:cubicBezTo>
                      <a:pt x="644" y="0"/>
                      <a:pt x="572" y="0"/>
                      <a:pt x="4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50"/>
          <p:cNvSpPr/>
          <p:nvPr/>
        </p:nvSpPr>
        <p:spPr>
          <a:xfrm>
            <a:off x="8230626" y="1180864"/>
            <a:ext cx="3046000" cy="197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grpSp>
        <p:nvGrpSpPr>
          <p:cNvPr id="1339" name="Google Shape;1339;p50"/>
          <p:cNvGrpSpPr/>
          <p:nvPr/>
        </p:nvGrpSpPr>
        <p:grpSpPr>
          <a:xfrm flipH="1">
            <a:off x="6802471" y="1827194"/>
            <a:ext cx="1629917" cy="1414800"/>
            <a:chOff x="2700023" y="1733396"/>
            <a:chExt cx="1222438" cy="1061100"/>
          </a:xfrm>
        </p:grpSpPr>
        <p:cxnSp>
          <p:nvCxnSpPr>
            <p:cNvPr id="1340" name="Google Shape;1340;p50"/>
            <p:cNvCxnSpPr/>
            <p:nvPr/>
          </p:nvCxnSpPr>
          <p:spPr>
            <a:xfrm>
              <a:off x="2700023" y="1733543"/>
              <a:ext cx="614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1341" name="Google Shape;1341;p50"/>
            <p:cNvCxnSpPr/>
            <p:nvPr/>
          </p:nvCxnSpPr>
          <p:spPr>
            <a:xfrm>
              <a:off x="3309861" y="1733396"/>
              <a:ext cx="612600" cy="1061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43" name="Google Shape;1343;p50"/>
          <p:cNvSpPr/>
          <p:nvPr/>
        </p:nvSpPr>
        <p:spPr>
          <a:xfrm>
            <a:off x="959955" y="3675923"/>
            <a:ext cx="3046000" cy="197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344" name="Google Shape;1344;p50"/>
          <p:cNvSpPr/>
          <p:nvPr/>
        </p:nvSpPr>
        <p:spPr>
          <a:xfrm>
            <a:off x="959955" y="1281223"/>
            <a:ext cx="3046000" cy="197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345" name="Google Shape;1345;p50"/>
          <p:cNvSpPr txBox="1"/>
          <p:nvPr/>
        </p:nvSpPr>
        <p:spPr>
          <a:xfrm>
            <a:off x="1487049" y="1393004"/>
            <a:ext cx="1223615" cy="7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3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CNN</a:t>
            </a:r>
            <a:endParaRPr sz="32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sp>
        <p:nvSpPr>
          <p:cNvPr id="1346" name="Google Shape;1346;p50"/>
          <p:cNvSpPr txBox="1"/>
          <p:nvPr/>
        </p:nvSpPr>
        <p:spPr>
          <a:xfrm>
            <a:off x="987807" y="2132362"/>
            <a:ext cx="2680146" cy="77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r" rtl="1"/>
            <a:r>
              <a:rPr lang="he-IL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חילוץ תכונות חזותיות</a:t>
            </a:r>
            <a:endParaRPr sz="2000"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grpSp>
        <p:nvGrpSpPr>
          <p:cNvPr id="1347" name="Google Shape;1347;p50"/>
          <p:cNvGrpSpPr/>
          <p:nvPr/>
        </p:nvGrpSpPr>
        <p:grpSpPr>
          <a:xfrm>
            <a:off x="2793972" y="1827194"/>
            <a:ext cx="2435948" cy="1414800"/>
            <a:chOff x="2095500" y="1733396"/>
            <a:chExt cx="1826961" cy="1061100"/>
          </a:xfrm>
        </p:grpSpPr>
        <p:cxnSp>
          <p:nvCxnSpPr>
            <p:cNvPr id="1348" name="Google Shape;1348;p50"/>
            <p:cNvCxnSpPr/>
            <p:nvPr/>
          </p:nvCxnSpPr>
          <p:spPr>
            <a:xfrm>
              <a:off x="2095500" y="1733550"/>
              <a:ext cx="1219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1349" name="Google Shape;1349;p50"/>
            <p:cNvCxnSpPr/>
            <p:nvPr/>
          </p:nvCxnSpPr>
          <p:spPr>
            <a:xfrm>
              <a:off x="3309861" y="1733396"/>
              <a:ext cx="612600" cy="1061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50" name="Google Shape;1350;p50"/>
          <p:cNvSpPr txBox="1"/>
          <p:nvPr/>
        </p:nvSpPr>
        <p:spPr>
          <a:xfrm>
            <a:off x="1121182" y="3784601"/>
            <a:ext cx="2520744" cy="120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 algn="ctr"/>
            <a:r>
              <a:rPr lang="en-US" sz="3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Multi-</a:t>
            </a:r>
            <a:r>
              <a:rPr lang="en-US" sz="32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Lable</a:t>
            </a:r>
            <a:r>
              <a:rPr lang="en-US" sz="3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32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Classifer</a:t>
            </a:r>
            <a:endParaRPr sz="32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sp>
        <p:nvSpPr>
          <p:cNvPr id="1351" name="Google Shape;1351;p50"/>
          <p:cNvSpPr txBox="1"/>
          <p:nvPr/>
        </p:nvSpPr>
        <p:spPr>
          <a:xfrm>
            <a:off x="1632011" y="4951699"/>
            <a:ext cx="1748992" cy="7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l" rtl="0"/>
            <a:r>
              <a:rPr lang="he-IL" sz="2000" dirty="0">
                <a:solidFill>
                  <a:schemeClr val="dk1"/>
                </a:solidFill>
                <a:latin typeface="Segoe UI Semilight" panose="020B0402040204020203" pitchFamily="34" charset="0"/>
                <a:ea typeface="Roboto"/>
                <a:cs typeface="Segoe UI Semilight" panose="020B0402040204020203" pitchFamily="34" charset="0"/>
                <a:sym typeface="Roboto"/>
              </a:rPr>
              <a:t>סיווג פגמים</a:t>
            </a:r>
            <a:endParaRPr sz="2000"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cxnSp>
        <p:nvCxnSpPr>
          <p:cNvPr id="1352" name="Google Shape;1352;p50"/>
          <p:cNvCxnSpPr>
            <a:cxnSpLocks/>
          </p:cNvCxnSpPr>
          <p:nvPr/>
        </p:nvCxnSpPr>
        <p:spPr>
          <a:xfrm>
            <a:off x="3509155" y="4210256"/>
            <a:ext cx="110793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53" name="Google Shape;1353;p50"/>
          <p:cNvSpPr txBox="1"/>
          <p:nvPr/>
        </p:nvSpPr>
        <p:spPr>
          <a:xfrm>
            <a:off x="8451997" y="1268561"/>
            <a:ext cx="2753967" cy="107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 algn="ctr"/>
            <a:r>
              <a:rPr lang="en-US" sz="3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Segmentation Model</a:t>
            </a:r>
            <a:endParaRPr sz="32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sp>
        <p:nvSpPr>
          <p:cNvPr id="1354" name="Google Shape;1354;p50"/>
          <p:cNvSpPr txBox="1"/>
          <p:nvPr/>
        </p:nvSpPr>
        <p:spPr>
          <a:xfrm>
            <a:off x="8587151" y="2334696"/>
            <a:ext cx="2438536" cy="7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he-IL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זיהוי מיקום הפגמים</a:t>
            </a:r>
            <a:endParaRPr sz="2000"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sp>
        <p:nvSpPr>
          <p:cNvPr id="1355" name="Google Shape;1355;p50"/>
          <p:cNvSpPr/>
          <p:nvPr/>
        </p:nvSpPr>
        <p:spPr>
          <a:xfrm>
            <a:off x="4107322" y="2089628"/>
            <a:ext cx="3977355" cy="3389944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360" name="Google Shape;1360;p50"/>
          <p:cNvSpPr txBox="1"/>
          <p:nvPr/>
        </p:nvSpPr>
        <p:spPr>
          <a:xfrm>
            <a:off x="4676833" y="3088179"/>
            <a:ext cx="2924884" cy="163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he-IL" sz="3733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סוגי המודלים וטכניקות</a:t>
            </a:r>
          </a:p>
        </p:txBody>
      </p:sp>
      <p:sp>
        <p:nvSpPr>
          <p:cNvPr id="4" name="Google Shape;1343;p50">
            <a:extLst>
              <a:ext uri="{FF2B5EF4-FFF2-40B4-BE49-F238E27FC236}">
                <a16:creationId xmlns:a16="http://schemas.microsoft.com/office/drawing/2014/main" id="{517A8653-152C-DEB9-35BB-61A1C0134DC0}"/>
              </a:ext>
            </a:extLst>
          </p:cNvPr>
          <p:cNvSpPr/>
          <p:nvPr/>
        </p:nvSpPr>
        <p:spPr>
          <a:xfrm>
            <a:off x="8185955" y="3784600"/>
            <a:ext cx="3046000" cy="197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cxnSp>
        <p:nvCxnSpPr>
          <p:cNvPr id="5" name="Google Shape;1352;p50">
            <a:extLst>
              <a:ext uri="{FF2B5EF4-FFF2-40B4-BE49-F238E27FC236}">
                <a16:creationId xmlns:a16="http://schemas.microsoft.com/office/drawing/2014/main" id="{6D21A16F-5B54-6815-4D4F-B8066AFAC43D}"/>
              </a:ext>
            </a:extLst>
          </p:cNvPr>
          <p:cNvCxnSpPr>
            <a:cxnSpLocks/>
          </p:cNvCxnSpPr>
          <p:nvPr/>
        </p:nvCxnSpPr>
        <p:spPr>
          <a:xfrm flipH="1">
            <a:off x="7937245" y="4360727"/>
            <a:ext cx="58478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0" name="Google Shape;1350;p50">
            <a:extLst>
              <a:ext uri="{FF2B5EF4-FFF2-40B4-BE49-F238E27FC236}">
                <a16:creationId xmlns:a16="http://schemas.microsoft.com/office/drawing/2014/main" id="{8DCFFDE0-51CC-993B-B881-03B7501C055B}"/>
              </a:ext>
            </a:extLst>
          </p:cNvPr>
          <p:cNvSpPr txBox="1"/>
          <p:nvPr/>
        </p:nvSpPr>
        <p:spPr>
          <a:xfrm>
            <a:off x="8373777" y="3437365"/>
            <a:ext cx="2913888" cy="154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 algn="ctr"/>
            <a:r>
              <a:rPr lang="en-US" sz="3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Data Augmentation</a:t>
            </a:r>
            <a:endParaRPr sz="32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sp>
        <p:nvSpPr>
          <p:cNvPr id="13" name="Google Shape;1351;p50">
            <a:extLst>
              <a:ext uri="{FF2B5EF4-FFF2-40B4-BE49-F238E27FC236}">
                <a16:creationId xmlns:a16="http://schemas.microsoft.com/office/drawing/2014/main" id="{07757E63-3D5E-3334-8DA8-D8B1B7BEA6CF}"/>
              </a:ext>
            </a:extLst>
          </p:cNvPr>
          <p:cNvSpPr txBox="1"/>
          <p:nvPr/>
        </p:nvSpPr>
        <p:spPr>
          <a:xfrm>
            <a:off x="8546410" y="4918036"/>
            <a:ext cx="2365500" cy="7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/>
            <a:r>
              <a:rPr lang="he-IL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סיבוב, שינוי תאורה, חיתוך ורעש</a:t>
            </a:r>
            <a:endParaRPr sz="2000"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43"/>
          <p:cNvSpPr/>
          <p:nvPr/>
        </p:nvSpPr>
        <p:spPr>
          <a:xfrm rot="-3661577" flipH="1">
            <a:off x="809023" y="-404624"/>
            <a:ext cx="2106764" cy="2555901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pic>
        <p:nvPicPr>
          <p:cNvPr id="1060" name="Google Shape;106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76" y="5586597"/>
            <a:ext cx="4290840" cy="88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כותרת משנה 4">
            <a:extLst>
              <a:ext uri="{FF2B5EF4-FFF2-40B4-BE49-F238E27FC236}">
                <a16:creationId xmlns:a16="http://schemas.microsoft.com/office/drawing/2014/main" id="{5B44942A-5F19-557E-6FCA-5EE87F2A4A1E}"/>
              </a:ext>
            </a:extLst>
          </p:cNvPr>
          <p:cNvSpPr txBox="1">
            <a:spLocks/>
          </p:cNvSpPr>
          <p:nvPr/>
        </p:nvSpPr>
        <p:spPr>
          <a:xfrm>
            <a:off x="1507643" y="1007484"/>
            <a:ext cx="9214679" cy="5003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643451" indent="-457189" algn="r" rtl="1">
              <a:lnSpc>
                <a:spcPct val="150000"/>
              </a:lnSpc>
              <a:buAutoNum type="arabicParenR"/>
            </a:pPr>
            <a:endParaRPr lang="he-IL" sz="18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643451" indent="-457189" algn="r" rtl="1">
              <a:lnSpc>
                <a:spcPct val="150000"/>
              </a:lnSpc>
              <a:buAutoNum type="arabicParenR"/>
            </a:pPr>
            <a:endParaRPr lang="he-IL" sz="18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643451" indent="-457189" algn="r" rtl="1">
              <a:lnSpc>
                <a:spcPct val="150000"/>
              </a:lnSpc>
              <a:buAutoNum type="arabicParenR"/>
            </a:pP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שימוש במודלים מאומנים מראש.</a:t>
            </a:r>
          </a:p>
          <a:p>
            <a:pPr marL="643451" indent="-457189" algn="r" rtl="1">
              <a:lnSpc>
                <a:spcPct val="150000"/>
              </a:lnSpc>
              <a:buAutoNum type="arabicParenR"/>
            </a:pPr>
            <a:r>
              <a:rPr lang="en-US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Fine-Tuning</a:t>
            </a: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לשכבות שאחריות על זיהוי תכונות ספציפיות.</a:t>
            </a:r>
          </a:p>
          <a:p>
            <a:pPr marL="643451" indent="-457189" algn="r" rtl="1">
              <a:lnSpc>
                <a:spcPct val="150000"/>
              </a:lnSpc>
              <a:buAutoNum type="arabicParenR"/>
            </a:pP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הורדה או העלאה של ערך הסף כדי לזהות פגמים נדירים (כיוונון סף).</a:t>
            </a:r>
          </a:p>
          <a:p>
            <a:pPr marL="643451" indent="-457189" algn="r" rtl="1">
              <a:lnSpc>
                <a:spcPct val="150000"/>
              </a:lnSpc>
              <a:buAutoNum type="arabicParenR"/>
            </a:pP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כיוונון פרמטרים: </a:t>
            </a:r>
          </a:p>
          <a:p>
            <a:pPr lvl="1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Learning Rate </a:t>
            </a: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- מהירות הלמידה של המודל, אם גבוה מדי המודל לא יתייצב, אם נמוך מדי האימון איטי מדי.</a:t>
            </a:r>
          </a:p>
          <a:p>
            <a:pPr lvl="1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Batch Size </a:t>
            </a: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- כמה דוגמאות מעבירים למודל בכל סבב אימון (משפיע על יציבות ולמידה).</a:t>
            </a:r>
          </a:p>
          <a:p>
            <a:pPr marL="1176837" lvl="1" indent="-38099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Optimizer </a:t>
            </a: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- אלגוריתם שמעדכן את משקלות הרשת במהלך האימון.</a:t>
            </a:r>
          </a:p>
        </p:txBody>
      </p:sp>
      <p:pic>
        <p:nvPicPr>
          <p:cNvPr id="1061" name="Google Shape;106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5021" y="323353"/>
            <a:ext cx="2345300" cy="10999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49;p42">
            <a:extLst>
              <a:ext uri="{FF2B5EF4-FFF2-40B4-BE49-F238E27FC236}">
                <a16:creationId xmlns:a16="http://schemas.microsoft.com/office/drawing/2014/main" id="{D50DDCBB-97B9-4B20-697C-10926477AB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3570" y="1040938"/>
            <a:ext cx="4389120" cy="1123544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/>
          <a:p>
            <a:pPr lvl="0"/>
            <a:r>
              <a:rPr lang="he-IL" sz="4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התאמות וכיוונון</a:t>
            </a:r>
            <a:endParaRPr sz="4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55"/>
          <p:cNvSpPr/>
          <p:nvPr/>
        </p:nvSpPr>
        <p:spPr>
          <a:xfrm>
            <a:off x="3669793" y="3584851"/>
            <a:ext cx="4647016" cy="228219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469" name="Google Shape;1469;p55"/>
          <p:cNvSpPr/>
          <p:nvPr/>
        </p:nvSpPr>
        <p:spPr>
          <a:xfrm>
            <a:off x="6405213" y="879151"/>
            <a:ext cx="3877977" cy="2394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470" name="Google Shape;1470;p55"/>
          <p:cNvSpPr/>
          <p:nvPr/>
        </p:nvSpPr>
        <p:spPr>
          <a:xfrm>
            <a:off x="1725634" y="879151"/>
            <a:ext cx="4408313" cy="2394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471" name="Google Shape;1471;p55"/>
          <p:cNvSpPr txBox="1">
            <a:spLocks noGrp="1"/>
          </p:cNvSpPr>
          <p:nvPr>
            <p:ph type="title"/>
          </p:nvPr>
        </p:nvSpPr>
        <p:spPr>
          <a:xfrm>
            <a:off x="6527596" y="982829"/>
            <a:ext cx="3628803" cy="10252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/>
          <a:p>
            <a:pPr lvl="0"/>
            <a:r>
              <a:rPr lang="he-IL" sz="42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מקורות דאטה</a:t>
            </a:r>
            <a:endParaRPr sz="42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473" name="Google Shape;1473;p55"/>
          <p:cNvSpPr txBox="1">
            <a:spLocks noGrp="1"/>
          </p:cNvSpPr>
          <p:nvPr>
            <p:ph type="title" idx="2"/>
          </p:nvPr>
        </p:nvSpPr>
        <p:spPr>
          <a:xfrm>
            <a:off x="1687685" y="990955"/>
            <a:ext cx="4408315" cy="10252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/>
          <a:p>
            <a:pPr lvl="0"/>
            <a:r>
              <a:rPr lang="he-IL" sz="42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סוגי תוויות</a:t>
            </a:r>
            <a:endParaRPr sz="42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475" name="Google Shape;1475;p55"/>
          <p:cNvSpPr txBox="1">
            <a:spLocks noGrp="1"/>
          </p:cNvSpPr>
          <p:nvPr>
            <p:ph type="title" idx="4"/>
          </p:nvPr>
        </p:nvSpPr>
        <p:spPr>
          <a:xfrm>
            <a:off x="4292913" y="3555453"/>
            <a:ext cx="3775257" cy="10252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t" anchorCtr="0">
            <a:noAutofit/>
          </a:bodyPr>
          <a:lstStyle/>
          <a:p>
            <a:pPr lvl="0"/>
            <a:r>
              <a:rPr lang="he-IL" sz="42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דרישות דאטה</a:t>
            </a:r>
            <a:endParaRPr sz="42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1477" name="Google Shape;147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0702" y="-80683"/>
            <a:ext cx="4364564" cy="12962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111C18-FEE8-A261-2844-B6B7C7608A96}"/>
              </a:ext>
            </a:extLst>
          </p:cNvPr>
          <p:cNvSpPr>
            <a:spLocks noGrp="1" noChangeArrowheads="1"/>
          </p:cNvSpPr>
          <p:nvPr>
            <p:ph type="subTitle" idx="5"/>
          </p:nvPr>
        </p:nvSpPr>
        <p:spPr bwMode="auto">
          <a:xfrm>
            <a:off x="3669793" y="4323516"/>
            <a:ext cx="4647016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121920" tIns="60960" rIns="121920" bIns="60960" numCol="1" rtlCol="1" anchor="ctr" anchorCtr="0" compatLnSpc="1">
            <a:prstTxWarp prst="textNoShape">
              <a:avLst/>
            </a:prstTxWarp>
            <a:spAutoFit/>
          </a:bodyPr>
          <a:lstStyle/>
          <a:p>
            <a:pPr marL="380990" indent="-380990" algn="r" defTabSz="121917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מספיק דוגמאות לכל סוגי הפגמים.</a:t>
            </a:r>
          </a:p>
          <a:p>
            <a:pPr marL="380990" indent="-380990" algn="r" defTabSz="121917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מגוון זוויות, תאורות ורקעים.</a:t>
            </a:r>
          </a:p>
          <a:p>
            <a:pPr marL="380990" indent="-380990" algn="r" defTabSz="121917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חלוקה ברורה ל-</a:t>
            </a:r>
            <a:r>
              <a:rPr lang="en-US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Validation</a:t>
            </a: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, </a:t>
            </a:r>
            <a:r>
              <a:rPr lang="en-US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Training</a:t>
            </a: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 ו-</a:t>
            </a:r>
            <a:r>
              <a:rPr lang="en-US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Test sets</a:t>
            </a: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9F0E66-3E9B-F1FE-ECC7-6F46FEF524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44232" y="1880582"/>
            <a:ext cx="3628803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121920" tIns="60960" rIns="121920" bIns="60960" numCol="1" rtlCol="1" anchor="ctr" anchorCtr="0" compatLnSpc="1">
            <a:prstTxWarp prst="textNoShape">
              <a:avLst/>
            </a:prstTxWarp>
            <a:spAutoFit/>
          </a:bodyPr>
          <a:lstStyle/>
          <a:p>
            <a:pPr marL="380990" indent="-380990" algn="r" defTabSz="121917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תמונות אמיתיות של פריטים מקוריים.</a:t>
            </a:r>
          </a:p>
          <a:p>
            <a:pPr marL="380990" indent="-380990" algn="r" defTabSz="121917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000" dirty="0">
                <a:latin typeface="Segoe UI Semilight" panose="020B0402040204020203" pitchFamily="34" charset="0"/>
                <a:ea typeface="Roboto" panose="02000000000000000000" pitchFamily="2" charset="0"/>
                <a:cs typeface="Segoe UI Semilight" panose="020B0402040204020203" pitchFamily="34" charset="0"/>
              </a:rPr>
              <a:t>דאטה סינתטי שנייצר.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74670-7AC1-99AD-4E9D-23FE53F0C7DB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1710406" y="1891672"/>
            <a:ext cx="445570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none" lIns="121920" tIns="60960" rIns="121920" bIns="60960" numCol="1" rtlCol="1" anchor="ctr" anchorCtr="0" compatLnSpc="1">
            <a:prstTxWarp prst="textNoShape">
              <a:avLst/>
            </a:prstTxWarp>
            <a:spAutoFit/>
          </a:bodyPr>
          <a:lstStyle/>
          <a:p>
            <a:pPr marL="380990" indent="-380990" algn="r" defTabSz="121917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סוג הפגם (לוגו, צבע, תפר)</a:t>
            </a:r>
          </a:p>
          <a:p>
            <a:pPr marL="380990" indent="-380990" algn="r" defTabSz="1219170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he-IL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מיקום בפגם בתמונה (תיבה מקיפה)</a:t>
            </a:r>
          </a:p>
        </p:txBody>
      </p:sp>
      <p:sp>
        <p:nvSpPr>
          <p:cNvPr id="2" name="אליפסה 1">
            <a:extLst>
              <a:ext uri="{FF2B5EF4-FFF2-40B4-BE49-F238E27FC236}">
                <a16:creationId xmlns:a16="http://schemas.microsoft.com/office/drawing/2014/main" id="{1412C080-3277-876E-6AAE-615FA7558C5B}"/>
              </a:ext>
            </a:extLst>
          </p:cNvPr>
          <p:cNvSpPr/>
          <p:nvPr/>
        </p:nvSpPr>
        <p:spPr>
          <a:xfrm>
            <a:off x="8691290" y="3579545"/>
            <a:ext cx="1766190" cy="1839948"/>
          </a:xfrm>
          <a:prstGeom prst="ellipse">
            <a:avLst/>
          </a:prstGeom>
          <a:solidFill>
            <a:srgbClr val="83B6E5"/>
          </a:solidFill>
          <a:ln>
            <a:solidFill>
              <a:srgbClr val="83B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47"/>
          <p:cNvSpPr/>
          <p:nvPr/>
        </p:nvSpPr>
        <p:spPr>
          <a:xfrm rot="4136412">
            <a:off x="685271" y="-264427"/>
            <a:ext cx="1641957" cy="1713480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174" name="Google Shape;1174;p47"/>
          <p:cNvSpPr/>
          <p:nvPr/>
        </p:nvSpPr>
        <p:spPr>
          <a:xfrm flipH="1">
            <a:off x="-269837" y="-253999"/>
            <a:ext cx="3631037" cy="1746529"/>
          </a:xfrm>
          <a:custGeom>
            <a:avLst/>
            <a:gdLst/>
            <a:ahLst/>
            <a:cxnLst/>
            <a:rect l="l" t="t" r="r" b="b"/>
            <a:pathLst>
              <a:path w="157734" h="72390" extrusionOk="0">
                <a:moveTo>
                  <a:pt x="0" y="0"/>
                </a:moveTo>
                <a:cubicBezTo>
                  <a:pt x="0" y="10377"/>
                  <a:pt x="3038" y="22853"/>
                  <a:pt x="11430" y="28956"/>
                </a:cubicBezTo>
                <a:cubicBezTo>
                  <a:pt x="16438" y="32598"/>
                  <a:pt x="22232" y="35288"/>
                  <a:pt x="28194" y="36957"/>
                </a:cubicBezTo>
                <a:cubicBezTo>
                  <a:pt x="44261" y="41456"/>
                  <a:pt x="61744" y="37495"/>
                  <a:pt x="78105" y="40767"/>
                </a:cubicBezTo>
                <a:cubicBezTo>
                  <a:pt x="88468" y="42840"/>
                  <a:pt x="99368" y="45475"/>
                  <a:pt x="107823" y="51816"/>
                </a:cubicBezTo>
                <a:cubicBezTo>
                  <a:pt x="114757" y="57017"/>
                  <a:pt x="119916" y="65113"/>
                  <a:pt x="128016" y="68199"/>
                </a:cubicBezTo>
                <a:cubicBezTo>
                  <a:pt x="137365" y="71760"/>
                  <a:pt x="147730" y="72390"/>
                  <a:pt x="157734" y="7239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pic>
        <p:nvPicPr>
          <p:cNvPr id="1177" name="Google Shape;117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34" y="6138785"/>
            <a:ext cx="4670633" cy="56983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כותרת משנה 4">
            <a:extLst>
              <a:ext uri="{FF2B5EF4-FFF2-40B4-BE49-F238E27FC236}">
                <a16:creationId xmlns:a16="http://schemas.microsoft.com/office/drawing/2014/main" id="{EF57BD62-B458-6987-7A3E-E8D7F224E69F}"/>
              </a:ext>
            </a:extLst>
          </p:cNvPr>
          <p:cNvSpPr txBox="1">
            <a:spLocks/>
          </p:cNvSpPr>
          <p:nvPr/>
        </p:nvSpPr>
        <p:spPr>
          <a:xfrm>
            <a:off x="5962066" y="1926337"/>
            <a:ext cx="6013001" cy="2064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יצירת תמונות חדשות עם פגמים קטנים שלא קיימים בדאטה האמיתי.</a:t>
            </a:r>
          </a:p>
          <a:p>
            <a:pPr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זוויות צילום שונות, תאורה ורקעים שונים.</a:t>
            </a:r>
          </a:p>
          <a:p>
            <a:pPr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1867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סוג הפגם והמיקום ידועים מרגע יצירת התמונה.</a:t>
            </a:r>
          </a:p>
          <a:p>
            <a:pPr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e-IL" sz="1867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1" name="כותרת 4">
            <a:extLst>
              <a:ext uri="{FF2B5EF4-FFF2-40B4-BE49-F238E27FC236}">
                <a16:creationId xmlns:a16="http://schemas.microsoft.com/office/drawing/2014/main" id="{4E334F9E-319E-8CEC-C0EE-DA8F0D3A5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9067" y="1033360"/>
            <a:ext cx="4516000" cy="1724000"/>
          </a:xfrm>
        </p:spPr>
        <p:txBody>
          <a:bodyPr/>
          <a:lstStyle/>
          <a:p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דאטה סינתטית</a:t>
            </a:r>
          </a:p>
        </p:txBody>
      </p:sp>
      <p:sp>
        <p:nvSpPr>
          <p:cNvPr id="12" name="Google Shape;1344;p50">
            <a:extLst>
              <a:ext uri="{FF2B5EF4-FFF2-40B4-BE49-F238E27FC236}">
                <a16:creationId xmlns:a16="http://schemas.microsoft.com/office/drawing/2014/main" id="{CC5F4BDA-367D-D25F-C88F-0988EA966653}"/>
              </a:ext>
            </a:extLst>
          </p:cNvPr>
          <p:cNvSpPr/>
          <p:nvPr/>
        </p:nvSpPr>
        <p:spPr>
          <a:xfrm>
            <a:off x="1892699" y="4159984"/>
            <a:ext cx="3046000" cy="197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3" name="Google Shape;1344;p50">
            <a:extLst>
              <a:ext uri="{FF2B5EF4-FFF2-40B4-BE49-F238E27FC236}">
                <a16:creationId xmlns:a16="http://schemas.microsoft.com/office/drawing/2014/main" id="{42231D0A-B949-FC78-5F8F-E92A89D624DF}"/>
              </a:ext>
            </a:extLst>
          </p:cNvPr>
          <p:cNvSpPr/>
          <p:nvPr/>
        </p:nvSpPr>
        <p:spPr>
          <a:xfrm>
            <a:off x="5328816" y="4159984"/>
            <a:ext cx="3046000" cy="197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4" name="Google Shape;1344;p50">
            <a:extLst>
              <a:ext uri="{FF2B5EF4-FFF2-40B4-BE49-F238E27FC236}">
                <a16:creationId xmlns:a16="http://schemas.microsoft.com/office/drawing/2014/main" id="{2227D446-A232-C4D7-59DD-3FC11CE9D08D}"/>
              </a:ext>
            </a:extLst>
          </p:cNvPr>
          <p:cNvSpPr/>
          <p:nvPr/>
        </p:nvSpPr>
        <p:spPr>
          <a:xfrm>
            <a:off x="8764933" y="4159984"/>
            <a:ext cx="3046000" cy="197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 dirty="0"/>
          </a:p>
        </p:txBody>
      </p:sp>
      <p:sp>
        <p:nvSpPr>
          <p:cNvPr id="20" name="Google Shape;1345;p50">
            <a:extLst>
              <a:ext uri="{FF2B5EF4-FFF2-40B4-BE49-F238E27FC236}">
                <a16:creationId xmlns:a16="http://schemas.microsoft.com/office/drawing/2014/main" id="{7536570C-37AD-CCF5-EC02-A18B46F60D07}"/>
              </a:ext>
            </a:extLst>
          </p:cNvPr>
          <p:cNvSpPr txBox="1"/>
          <p:nvPr/>
        </p:nvSpPr>
        <p:spPr>
          <a:xfrm>
            <a:off x="8823515" y="3982850"/>
            <a:ext cx="3046000" cy="112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3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Stable Diffusion</a:t>
            </a:r>
            <a:endParaRPr sz="32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sp>
        <p:nvSpPr>
          <p:cNvPr id="21" name="Google Shape;1346;p50">
            <a:extLst>
              <a:ext uri="{FF2B5EF4-FFF2-40B4-BE49-F238E27FC236}">
                <a16:creationId xmlns:a16="http://schemas.microsoft.com/office/drawing/2014/main" id="{A74E363F-A0E8-9BA6-1689-9B258671F75E}"/>
              </a:ext>
            </a:extLst>
          </p:cNvPr>
          <p:cNvSpPr txBox="1"/>
          <p:nvPr/>
        </p:nvSpPr>
        <p:spPr>
          <a:xfrm>
            <a:off x="9170480" y="5118241"/>
            <a:ext cx="2387536" cy="77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 rtl="1"/>
            <a:r>
              <a:rPr lang="he-IL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יוצר תמונות חדשות של נעליים.</a:t>
            </a:r>
            <a:endParaRPr sz="2000"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sp>
        <p:nvSpPr>
          <p:cNvPr id="22" name="Google Shape;1345;p50">
            <a:extLst>
              <a:ext uri="{FF2B5EF4-FFF2-40B4-BE49-F238E27FC236}">
                <a16:creationId xmlns:a16="http://schemas.microsoft.com/office/drawing/2014/main" id="{1E403118-181E-B479-E266-58654400291A}"/>
              </a:ext>
            </a:extLst>
          </p:cNvPr>
          <p:cNvSpPr txBox="1"/>
          <p:nvPr/>
        </p:nvSpPr>
        <p:spPr>
          <a:xfrm>
            <a:off x="2300571" y="4022058"/>
            <a:ext cx="2092071" cy="112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3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Inpainting</a:t>
            </a:r>
            <a:endParaRPr sz="32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sp>
        <p:nvSpPr>
          <p:cNvPr id="23" name="Google Shape;1345;p50">
            <a:extLst>
              <a:ext uri="{FF2B5EF4-FFF2-40B4-BE49-F238E27FC236}">
                <a16:creationId xmlns:a16="http://schemas.microsoft.com/office/drawing/2014/main" id="{7DEB3E0C-F062-C3DB-F6CF-9DAD951C8656}"/>
              </a:ext>
            </a:extLst>
          </p:cNvPr>
          <p:cNvSpPr txBox="1"/>
          <p:nvPr/>
        </p:nvSpPr>
        <p:spPr>
          <a:xfrm>
            <a:off x="5756677" y="3995043"/>
            <a:ext cx="2323760" cy="112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3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ControlNet</a:t>
            </a:r>
            <a:endParaRPr sz="32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sp>
        <p:nvSpPr>
          <p:cNvPr id="24" name="Google Shape;1346;p50">
            <a:extLst>
              <a:ext uri="{FF2B5EF4-FFF2-40B4-BE49-F238E27FC236}">
                <a16:creationId xmlns:a16="http://schemas.microsoft.com/office/drawing/2014/main" id="{4D617949-30AD-0088-DD5F-AE8F84355A8F}"/>
              </a:ext>
            </a:extLst>
          </p:cNvPr>
          <p:cNvSpPr txBox="1"/>
          <p:nvPr/>
        </p:nvSpPr>
        <p:spPr>
          <a:xfrm>
            <a:off x="2052798" y="5132494"/>
            <a:ext cx="2756711" cy="77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 rtl="1"/>
            <a:r>
              <a:rPr lang="he-IL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מוסיף פגמים ספציפיים לתמונה קיימת.</a:t>
            </a:r>
            <a:endParaRPr sz="2000"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sp>
        <p:nvSpPr>
          <p:cNvPr id="25" name="Google Shape;1346;p50">
            <a:extLst>
              <a:ext uri="{FF2B5EF4-FFF2-40B4-BE49-F238E27FC236}">
                <a16:creationId xmlns:a16="http://schemas.microsoft.com/office/drawing/2014/main" id="{BC73C65E-F81A-2394-DE73-5443030883B4}"/>
              </a:ext>
            </a:extLst>
          </p:cNvPr>
          <p:cNvSpPr txBox="1"/>
          <p:nvPr/>
        </p:nvSpPr>
        <p:spPr>
          <a:xfrm>
            <a:off x="5492780" y="5142625"/>
            <a:ext cx="2747971" cy="77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 rtl="1"/>
            <a:r>
              <a:rPr lang="he-IL" sz="20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שולט על הצורה והזווית של הנעל בתמונה.</a:t>
            </a:r>
            <a:endParaRPr sz="2000"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pic>
        <p:nvPicPr>
          <p:cNvPr id="7170" name="Picture 2" descr="How To Spot Real Vs Fake Nike Dunks [2025 Update] – LegitGrails">
            <a:extLst>
              <a:ext uri="{FF2B5EF4-FFF2-40B4-BE49-F238E27FC236}">
                <a16:creationId xmlns:a16="http://schemas.microsoft.com/office/drawing/2014/main" id="{D3ADA981-7807-65F4-4BE4-F2CA75E25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143" y="313175"/>
            <a:ext cx="3388315" cy="3388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oogle Shape;1033;p42">
            <a:extLst>
              <a:ext uri="{FF2B5EF4-FFF2-40B4-BE49-F238E27FC236}">
                <a16:creationId xmlns:a16="http://schemas.microsoft.com/office/drawing/2014/main" id="{BC56AB5B-A256-2B51-BACB-40F778F96084}"/>
              </a:ext>
            </a:extLst>
          </p:cNvPr>
          <p:cNvGrpSpPr/>
          <p:nvPr/>
        </p:nvGrpSpPr>
        <p:grpSpPr>
          <a:xfrm>
            <a:off x="1828210" y="149383"/>
            <a:ext cx="3558181" cy="3652603"/>
            <a:chOff x="5290825" y="4513975"/>
            <a:chExt cx="1830625" cy="2180350"/>
          </a:xfrm>
        </p:grpSpPr>
        <p:sp>
          <p:nvSpPr>
            <p:cNvPr id="27" name="Google Shape;1034;p42">
              <a:extLst>
                <a:ext uri="{FF2B5EF4-FFF2-40B4-BE49-F238E27FC236}">
                  <a16:creationId xmlns:a16="http://schemas.microsoft.com/office/drawing/2014/main" id="{33470F31-F216-5933-1088-B507B8970BB7}"/>
                </a:ext>
              </a:extLst>
            </p:cNvPr>
            <p:cNvSpPr/>
            <p:nvPr/>
          </p:nvSpPr>
          <p:spPr>
            <a:xfrm>
              <a:off x="5290825" y="4513975"/>
              <a:ext cx="1830625" cy="2180350"/>
            </a:xfrm>
            <a:custGeom>
              <a:avLst/>
              <a:gdLst/>
              <a:ahLst/>
              <a:cxnLst/>
              <a:rect l="l" t="t" r="r" b="b"/>
              <a:pathLst>
                <a:path w="73225" h="87214" extrusionOk="0">
                  <a:moveTo>
                    <a:pt x="70247" y="3727"/>
                  </a:moveTo>
                  <a:lnTo>
                    <a:pt x="70247" y="83499"/>
                  </a:lnTo>
                  <a:lnTo>
                    <a:pt x="2977" y="83499"/>
                  </a:lnTo>
                  <a:lnTo>
                    <a:pt x="2977" y="3727"/>
                  </a:lnTo>
                  <a:close/>
                  <a:moveTo>
                    <a:pt x="1" y="1"/>
                  </a:moveTo>
                  <a:lnTo>
                    <a:pt x="1" y="87214"/>
                  </a:lnTo>
                  <a:lnTo>
                    <a:pt x="73224" y="87214"/>
                  </a:lnTo>
                  <a:lnTo>
                    <a:pt x="732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sz="2400"/>
            </a:p>
          </p:txBody>
        </p:sp>
        <p:grpSp>
          <p:nvGrpSpPr>
            <p:cNvPr id="28" name="Google Shape;1035;p42">
              <a:extLst>
                <a:ext uri="{FF2B5EF4-FFF2-40B4-BE49-F238E27FC236}">
                  <a16:creationId xmlns:a16="http://schemas.microsoft.com/office/drawing/2014/main" id="{964624DE-7DBC-9A99-17C5-5BBCF9C057E0}"/>
                </a:ext>
              </a:extLst>
            </p:cNvPr>
            <p:cNvGrpSpPr/>
            <p:nvPr/>
          </p:nvGrpSpPr>
          <p:grpSpPr>
            <a:xfrm>
              <a:off x="5365250" y="6625850"/>
              <a:ext cx="420900" cy="37825"/>
              <a:chOff x="5365250" y="6625850"/>
              <a:chExt cx="420900" cy="37825"/>
            </a:xfrm>
          </p:grpSpPr>
          <p:sp>
            <p:nvSpPr>
              <p:cNvPr id="29" name="Google Shape;1036;p42">
                <a:extLst>
                  <a:ext uri="{FF2B5EF4-FFF2-40B4-BE49-F238E27FC236}">
                    <a16:creationId xmlns:a16="http://schemas.microsoft.com/office/drawing/2014/main" id="{79936CE6-955B-0B8F-2D91-3E4E291490F6}"/>
                  </a:ext>
                </a:extLst>
              </p:cNvPr>
              <p:cNvSpPr/>
              <p:nvPr/>
            </p:nvSpPr>
            <p:spPr>
              <a:xfrm>
                <a:off x="5365250" y="6625850"/>
                <a:ext cx="250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9" extrusionOk="0">
                    <a:moveTo>
                      <a:pt x="524" y="0"/>
                    </a:moveTo>
                    <a:cubicBezTo>
                      <a:pt x="441" y="0"/>
                      <a:pt x="357" y="24"/>
                      <a:pt x="274" y="48"/>
                    </a:cubicBezTo>
                    <a:cubicBezTo>
                      <a:pt x="203" y="84"/>
                      <a:pt x="131" y="131"/>
                      <a:pt x="84" y="191"/>
                    </a:cubicBezTo>
                    <a:cubicBezTo>
                      <a:pt x="48" y="262"/>
                      <a:pt x="24" y="346"/>
                      <a:pt x="24" y="441"/>
                    </a:cubicBezTo>
                    <a:cubicBezTo>
                      <a:pt x="24" y="465"/>
                      <a:pt x="24" y="489"/>
                      <a:pt x="24" y="501"/>
                    </a:cubicBezTo>
                    <a:cubicBezTo>
                      <a:pt x="24" y="512"/>
                      <a:pt x="24" y="524"/>
                      <a:pt x="24" y="536"/>
                    </a:cubicBezTo>
                    <a:lnTo>
                      <a:pt x="214" y="536"/>
                    </a:lnTo>
                    <a:lnTo>
                      <a:pt x="214" y="441"/>
                    </a:lnTo>
                    <a:cubicBezTo>
                      <a:pt x="214" y="393"/>
                      <a:pt x="214" y="346"/>
                      <a:pt x="238" y="310"/>
                    </a:cubicBezTo>
                    <a:cubicBezTo>
                      <a:pt x="262" y="262"/>
                      <a:pt x="298" y="227"/>
                      <a:pt x="334" y="203"/>
                    </a:cubicBezTo>
                    <a:cubicBezTo>
                      <a:pt x="381" y="179"/>
                      <a:pt x="441" y="167"/>
                      <a:pt x="524" y="167"/>
                    </a:cubicBezTo>
                    <a:cubicBezTo>
                      <a:pt x="584" y="167"/>
                      <a:pt x="631" y="179"/>
                      <a:pt x="679" y="191"/>
                    </a:cubicBezTo>
                    <a:cubicBezTo>
                      <a:pt x="715" y="215"/>
                      <a:pt x="750" y="250"/>
                      <a:pt x="762" y="286"/>
                    </a:cubicBezTo>
                    <a:cubicBezTo>
                      <a:pt x="786" y="322"/>
                      <a:pt x="798" y="358"/>
                      <a:pt x="798" y="405"/>
                    </a:cubicBezTo>
                    <a:cubicBezTo>
                      <a:pt x="798" y="477"/>
                      <a:pt x="786" y="536"/>
                      <a:pt x="750" y="596"/>
                    </a:cubicBezTo>
                    <a:cubicBezTo>
                      <a:pt x="715" y="643"/>
                      <a:pt x="667" y="703"/>
                      <a:pt x="607" y="751"/>
                    </a:cubicBezTo>
                    <a:cubicBezTo>
                      <a:pt x="548" y="798"/>
                      <a:pt x="476" y="846"/>
                      <a:pt x="417" y="893"/>
                    </a:cubicBezTo>
                    <a:cubicBezTo>
                      <a:pt x="357" y="929"/>
                      <a:pt x="310" y="965"/>
                      <a:pt x="262" y="1001"/>
                    </a:cubicBezTo>
                    <a:cubicBezTo>
                      <a:pt x="214" y="1048"/>
                      <a:pt x="167" y="1084"/>
                      <a:pt x="131" y="1120"/>
                    </a:cubicBezTo>
                    <a:cubicBezTo>
                      <a:pt x="95" y="1167"/>
                      <a:pt x="60" y="1215"/>
                      <a:pt x="36" y="1262"/>
                    </a:cubicBezTo>
                    <a:cubicBezTo>
                      <a:pt x="12" y="1310"/>
                      <a:pt x="0" y="1370"/>
                      <a:pt x="0" y="1429"/>
                    </a:cubicBezTo>
                    <a:lnTo>
                      <a:pt x="0" y="1489"/>
                    </a:lnTo>
                    <a:lnTo>
                      <a:pt x="1000" y="1489"/>
                    </a:lnTo>
                    <a:lnTo>
                      <a:pt x="1000" y="1310"/>
                    </a:lnTo>
                    <a:lnTo>
                      <a:pt x="226" y="1310"/>
                    </a:lnTo>
                    <a:cubicBezTo>
                      <a:pt x="238" y="1286"/>
                      <a:pt x="250" y="1251"/>
                      <a:pt x="286" y="1215"/>
                    </a:cubicBezTo>
                    <a:cubicBezTo>
                      <a:pt x="322" y="1179"/>
                      <a:pt x="357" y="1143"/>
                      <a:pt x="393" y="1120"/>
                    </a:cubicBezTo>
                    <a:cubicBezTo>
                      <a:pt x="441" y="1084"/>
                      <a:pt x="488" y="1048"/>
                      <a:pt x="536" y="1024"/>
                    </a:cubicBezTo>
                    <a:cubicBezTo>
                      <a:pt x="595" y="977"/>
                      <a:pt x="655" y="929"/>
                      <a:pt x="715" y="882"/>
                    </a:cubicBezTo>
                    <a:cubicBezTo>
                      <a:pt x="774" y="846"/>
                      <a:pt x="822" y="798"/>
                      <a:pt x="857" y="751"/>
                    </a:cubicBezTo>
                    <a:cubicBezTo>
                      <a:pt x="905" y="703"/>
                      <a:pt x="929" y="655"/>
                      <a:pt x="953" y="596"/>
                    </a:cubicBezTo>
                    <a:cubicBezTo>
                      <a:pt x="976" y="536"/>
                      <a:pt x="988" y="477"/>
                      <a:pt x="988" y="417"/>
                    </a:cubicBezTo>
                    <a:cubicBezTo>
                      <a:pt x="988" y="358"/>
                      <a:pt x="988" y="310"/>
                      <a:pt x="965" y="262"/>
                    </a:cubicBezTo>
                    <a:cubicBezTo>
                      <a:pt x="953" y="215"/>
                      <a:pt x="917" y="167"/>
                      <a:pt x="881" y="131"/>
                    </a:cubicBezTo>
                    <a:cubicBezTo>
                      <a:pt x="846" y="96"/>
                      <a:pt x="798" y="60"/>
                      <a:pt x="738" y="36"/>
                    </a:cubicBezTo>
                    <a:cubicBezTo>
                      <a:pt x="679" y="12"/>
                      <a:pt x="607" y="0"/>
                      <a:pt x="5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0" name="Google Shape;1037;p42">
                <a:extLst>
                  <a:ext uri="{FF2B5EF4-FFF2-40B4-BE49-F238E27FC236}">
                    <a16:creationId xmlns:a16="http://schemas.microsoft.com/office/drawing/2014/main" id="{82D51963-6896-2C45-E1BF-A84F429D3ADA}"/>
                  </a:ext>
                </a:extLst>
              </p:cNvPr>
              <p:cNvSpPr/>
              <p:nvPr/>
            </p:nvSpPr>
            <p:spPr>
              <a:xfrm>
                <a:off x="5395600" y="6626150"/>
                <a:ext cx="250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501" extrusionOk="0">
                    <a:moveTo>
                      <a:pt x="501" y="155"/>
                    </a:moveTo>
                    <a:cubicBezTo>
                      <a:pt x="584" y="155"/>
                      <a:pt x="644" y="179"/>
                      <a:pt x="691" y="215"/>
                    </a:cubicBezTo>
                    <a:cubicBezTo>
                      <a:pt x="739" y="250"/>
                      <a:pt x="763" y="322"/>
                      <a:pt x="786" y="393"/>
                    </a:cubicBezTo>
                    <a:cubicBezTo>
                      <a:pt x="798" y="477"/>
                      <a:pt x="810" y="584"/>
                      <a:pt x="810" y="703"/>
                    </a:cubicBezTo>
                    <a:lnTo>
                      <a:pt x="810" y="798"/>
                    </a:lnTo>
                    <a:cubicBezTo>
                      <a:pt x="810" y="917"/>
                      <a:pt x="798" y="1024"/>
                      <a:pt x="786" y="1096"/>
                    </a:cubicBezTo>
                    <a:cubicBezTo>
                      <a:pt x="763" y="1179"/>
                      <a:pt x="739" y="1239"/>
                      <a:pt x="691" y="1286"/>
                    </a:cubicBezTo>
                    <a:cubicBezTo>
                      <a:pt x="644" y="1322"/>
                      <a:pt x="584" y="1346"/>
                      <a:pt x="501" y="1346"/>
                    </a:cubicBezTo>
                    <a:cubicBezTo>
                      <a:pt x="417" y="1346"/>
                      <a:pt x="358" y="1322"/>
                      <a:pt x="310" y="1286"/>
                    </a:cubicBezTo>
                    <a:cubicBezTo>
                      <a:pt x="263" y="1239"/>
                      <a:pt x="239" y="1179"/>
                      <a:pt x="215" y="1096"/>
                    </a:cubicBezTo>
                    <a:cubicBezTo>
                      <a:pt x="203" y="1024"/>
                      <a:pt x="191" y="917"/>
                      <a:pt x="191" y="798"/>
                    </a:cubicBezTo>
                    <a:lnTo>
                      <a:pt x="191" y="703"/>
                    </a:lnTo>
                    <a:cubicBezTo>
                      <a:pt x="191" y="584"/>
                      <a:pt x="203" y="477"/>
                      <a:pt x="215" y="393"/>
                    </a:cubicBezTo>
                    <a:cubicBezTo>
                      <a:pt x="239" y="322"/>
                      <a:pt x="274" y="262"/>
                      <a:pt x="310" y="215"/>
                    </a:cubicBezTo>
                    <a:cubicBezTo>
                      <a:pt x="358" y="179"/>
                      <a:pt x="417" y="155"/>
                      <a:pt x="501" y="155"/>
                    </a:cubicBezTo>
                    <a:close/>
                    <a:moveTo>
                      <a:pt x="501" y="0"/>
                    </a:moveTo>
                    <a:cubicBezTo>
                      <a:pt x="429" y="0"/>
                      <a:pt x="358" y="12"/>
                      <a:pt x="286" y="36"/>
                    </a:cubicBezTo>
                    <a:cubicBezTo>
                      <a:pt x="227" y="60"/>
                      <a:pt x="179" y="96"/>
                      <a:pt x="132" y="155"/>
                    </a:cubicBezTo>
                    <a:cubicBezTo>
                      <a:pt x="84" y="215"/>
                      <a:pt x="60" y="286"/>
                      <a:pt x="36" y="381"/>
                    </a:cubicBezTo>
                    <a:cubicBezTo>
                      <a:pt x="13" y="477"/>
                      <a:pt x="1" y="608"/>
                      <a:pt x="1" y="750"/>
                    </a:cubicBezTo>
                    <a:cubicBezTo>
                      <a:pt x="1" y="893"/>
                      <a:pt x="13" y="1024"/>
                      <a:pt x="36" y="1120"/>
                    </a:cubicBezTo>
                    <a:cubicBezTo>
                      <a:pt x="60" y="1215"/>
                      <a:pt x="84" y="1286"/>
                      <a:pt x="132" y="1346"/>
                    </a:cubicBezTo>
                    <a:cubicBezTo>
                      <a:pt x="179" y="1405"/>
                      <a:pt x="227" y="1441"/>
                      <a:pt x="286" y="1465"/>
                    </a:cubicBezTo>
                    <a:cubicBezTo>
                      <a:pt x="358" y="1489"/>
                      <a:pt x="429" y="1501"/>
                      <a:pt x="501" y="1501"/>
                    </a:cubicBezTo>
                    <a:cubicBezTo>
                      <a:pt x="584" y="1501"/>
                      <a:pt x="655" y="1489"/>
                      <a:pt x="715" y="1465"/>
                    </a:cubicBezTo>
                    <a:cubicBezTo>
                      <a:pt x="775" y="1441"/>
                      <a:pt x="834" y="1405"/>
                      <a:pt x="870" y="1346"/>
                    </a:cubicBezTo>
                    <a:cubicBezTo>
                      <a:pt x="917" y="1286"/>
                      <a:pt x="953" y="1215"/>
                      <a:pt x="977" y="1120"/>
                    </a:cubicBezTo>
                    <a:cubicBezTo>
                      <a:pt x="989" y="1024"/>
                      <a:pt x="1001" y="893"/>
                      <a:pt x="1001" y="750"/>
                    </a:cubicBezTo>
                    <a:cubicBezTo>
                      <a:pt x="1001" y="608"/>
                      <a:pt x="989" y="477"/>
                      <a:pt x="977" y="381"/>
                    </a:cubicBezTo>
                    <a:cubicBezTo>
                      <a:pt x="953" y="286"/>
                      <a:pt x="917" y="215"/>
                      <a:pt x="870" y="155"/>
                    </a:cubicBezTo>
                    <a:cubicBezTo>
                      <a:pt x="834" y="96"/>
                      <a:pt x="775" y="60"/>
                      <a:pt x="715" y="36"/>
                    </a:cubicBezTo>
                    <a:cubicBezTo>
                      <a:pt x="655" y="12"/>
                      <a:pt x="584" y="0"/>
                      <a:pt x="5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1" name="Google Shape;1038;p42">
                <a:extLst>
                  <a:ext uri="{FF2B5EF4-FFF2-40B4-BE49-F238E27FC236}">
                    <a16:creationId xmlns:a16="http://schemas.microsoft.com/office/drawing/2014/main" id="{15124AA8-07BC-C364-091D-C946D32276D6}"/>
                  </a:ext>
                </a:extLst>
              </p:cNvPr>
              <p:cNvSpPr/>
              <p:nvPr/>
            </p:nvSpPr>
            <p:spPr>
              <a:xfrm>
                <a:off x="5426250" y="6625850"/>
                <a:ext cx="2505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489" extrusionOk="0">
                    <a:moveTo>
                      <a:pt x="525" y="0"/>
                    </a:moveTo>
                    <a:cubicBezTo>
                      <a:pt x="441" y="0"/>
                      <a:pt x="346" y="24"/>
                      <a:pt x="275" y="48"/>
                    </a:cubicBezTo>
                    <a:cubicBezTo>
                      <a:pt x="191" y="84"/>
                      <a:pt x="132" y="131"/>
                      <a:pt x="84" y="191"/>
                    </a:cubicBezTo>
                    <a:cubicBezTo>
                      <a:pt x="37" y="262"/>
                      <a:pt x="13" y="346"/>
                      <a:pt x="13" y="441"/>
                    </a:cubicBezTo>
                    <a:cubicBezTo>
                      <a:pt x="13" y="465"/>
                      <a:pt x="13" y="489"/>
                      <a:pt x="25" y="501"/>
                    </a:cubicBezTo>
                    <a:cubicBezTo>
                      <a:pt x="25" y="512"/>
                      <a:pt x="25" y="524"/>
                      <a:pt x="25" y="536"/>
                    </a:cubicBezTo>
                    <a:lnTo>
                      <a:pt x="203" y="536"/>
                    </a:lnTo>
                    <a:lnTo>
                      <a:pt x="203" y="441"/>
                    </a:lnTo>
                    <a:cubicBezTo>
                      <a:pt x="203" y="393"/>
                      <a:pt x="215" y="346"/>
                      <a:pt x="239" y="310"/>
                    </a:cubicBezTo>
                    <a:cubicBezTo>
                      <a:pt x="263" y="262"/>
                      <a:pt x="299" y="227"/>
                      <a:pt x="334" y="203"/>
                    </a:cubicBezTo>
                    <a:cubicBezTo>
                      <a:pt x="382" y="179"/>
                      <a:pt x="441" y="167"/>
                      <a:pt x="513" y="167"/>
                    </a:cubicBezTo>
                    <a:cubicBezTo>
                      <a:pt x="584" y="167"/>
                      <a:pt x="632" y="179"/>
                      <a:pt x="680" y="191"/>
                    </a:cubicBezTo>
                    <a:cubicBezTo>
                      <a:pt x="715" y="215"/>
                      <a:pt x="751" y="250"/>
                      <a:pt x="763" y="286"/>
                    </a:cubicBezTo>
                    <a:cubicBezTo>
                      <a:pt x="787" y="322"/>
                      <a:pt x="799" y="358"/>
                      <a:pt x="799" y="405"/>
                    </a:cubicBezTo>
                    <a:cubicBezTo>
                      <a:pt x="799" y="477"/>
                      <a:pt x="775" y="536"/>
                      <a:pt x="739" y="596"/>
                    </a:cubicBezTo>
                    <a:cubicBezTo>
                      <a:pt x="703" y="643"/>
                      <a:pt x="668" y="703"/>
                      <a:pt x="608" y="751"/>
                    </a:cubicBezTo>
                    <a:cubicBezTo>
                      <a:pt x="549" y="798"/>
                      <a:pt x="477" y="846"/>
                      <a:pt x="406" y="893"/>
                    </a:cubicBezTo>
                    <a:cubicBezTo>
                      <a:pt x="358" y="929"/>
                      <a:pt x="311" y="965"/>
                      <a:pt x="263" y="1001"/>
                    </a:cubicBezTo>
                    <a:cubicBezTo>
                      <a:pt x="215" y="1048"/>
                      <a:pt x="168" y="1084"/>
                      <a:pt x="132" y="1120"/>
                    </a:cubicBezTo>
                    <a:cubicBezTo>
                      <a:pt x="84" y="1167"/>
                      <a:pt x="60" y="1215"/>
                      <a:pt x="37" y="1262"/>
                    </a:cubicBezTo>
                    <a:cubicBezTo>
                      <a:pt x="13" y="1310"/>
                      <a:pt x="1" y="1370"/>
                      <a:pt x="1" y="1429"/>
                    </a:cubicBezTo>
                    <a:lnTo>
                      <a:pt x="1" y="1489"/>
                    </a:lnTo>
                    <a:lnTo>
                      <a:pt x="1001" y="1489"/>
                    </a:lnTo>
                    <a:lnTo>
                      <a:pt x="1001" y="1310"/>
                    </a:lnTo>
                    <a:lnTo>
                      <a:pt x="227" y="1310"/>
                    </a:lnTo>
                    <a:cubicBezTo>
                      <a:pt x="239" y="1286"/>
                      <a:pt x="251" y="1251"/>
                      <a:pt x="287" y="1215"/>
                    </a:cubicBezTo>
                    <a:cubicBezTo>
                      <a:pt x="311" y="1179"/>
                      <a:pt x="358" y="1143"/>
                      <a:pt x="394" y="1120"/>
                    </a:cubicBezTo>
                    <a:cubicBezTo>
                      <a:pt x="441" y="1084"/>
                      <a:pt x="489" y="1048"/>
                      <a:pt x="537" y="1024"/>
                    </a:cubicBezTo>
                    <a:cubicBezTo>
                      <a:pt x="596" y="977"/>
                      <a:pt x="656" y="929"/>
                      <a:pt x="715" y="882"/>
                    </a:cubicBezTo>
                    <a:cubicBezTo>
                      <a:pt x="763" y="846"/>
                      <a:pt x="822" y="798"/>
                      <a:pt x="858" y="751"/>
                    </a:cubicBezTo>
                    <a:cubicBezTo>
                      <a:pt x="906" y="703"/>
                      <a:pt x="930" y="655"/>
                      <a:pt x="953" y="596"/>
                    </a:cubicBezTo>
                    <a:cubicBezTo>
                      <a:pt x="977" y="536"/>
                      <a:pt x="989" y="477"/>
                      <a:pt x="989" y="417"/>
                    </a:cubicBezTo>
                    <a:cubicBezTo>
                      <a:pt x="989" y="358"/>
                      <a:pt x="977" y="310"/>
                      <a:pt x="965" y="262"/>
                    </a:cubicBezTo>
                    <a:cubicBezTo>
                      <a:pt x="942" y="215"/>
                      <a:pt x="918" y="167"/>
                      <a:pt x="882" y="131"/>
                    </a:cubicBezTo>
                    <a:cubicBezTo>
                      <a:pt x="846" y="96"/>
                      <a:pt x="799" y="60"/>
                      <a:pt x="739" y="36"/>
                    </a:cubicBezTo>
                    <a:cubicBezTo>
                      <a:pt x="680" y="12"/>
                      <a:pt x="608" y="0"/>
                      <a:pt x="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2" name="Google Shape;1039;p42">
                <a:extLst>
                  <a:ext uri="{FF2B5EF4-FFF2-40B4-BE49-F238E27FC236}">
                    <a16:creationId xmlns:a16="http://schemas.microsoft.com/office/drawing/2014/main" id="{AD450A60-CA63-88C5-A9CF-6F98F4E614EE}"/>
                  </a:ext>
                </a:extLst>
              </p:cNvPr>
              <p:cNvSpPr/>
              <p:nvPr/>
            </p:nvSpPr>
            <p:spPr>
              <a:xfrm>
                <a:off x="5456625" y="6625850"/>
                <a:ext cx="250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9" extrusionOk="0">
                    <a:moveTo>
                      <a:pt x="524" y="0"/>
                    </a:moveTo>
                    <a:cubicBezTo>
                      <a:pt x="429" y="0"/>
                      <a:pt x="346" y="24"/>
                      <a:pt x="274" y="48"/>
                    </a:cubicBezTo>
                    <a:cubicBezTo>
                      <a:pt x="191" y="84"/>
                      <a:pt x="131" y="131"/>
                      <a:pt x="84" y="191"/>
                    </a:cubicBezTo>
                    <a:cubicBezTo>
                      <a:pt x="36" y="262"/>
                      <a:pt x="12" y="346"/>
                      <a:pt x="12" y="441"/>
                    </a:cubicBezTo>
                    <a:cubicBezTo>
                      <a:pt x="12" y="465"/>
                      <a:pt x="12" y="489"/>
                      <a:pt x="12" y="501"/>
                    </a:cubicBezTo>
                    <a:cubicBezTo>
                      <a:pt x="24" y="512"/>
                      <a:pt x="24" y="524"/>
                      <a:pt x="24" y="536"/>
                    </a:cubicBezTo>
                    <a:lnTo>
                      <a:pt x="203" y="536"/>
                    </a:lnTo>
                    <a:lnTo>
                      <a:pt x="203" y="441"/>
                    </a:lnTo>
                    <a:cubicBezTo>
                      <a:pt x="203" y="393"/>
                      <a:pt x="215" y="346"/>
                      <a:pt x="239" y="310"/>
                    </a:cubicBezTo>
                    <a:cubicBezTo>
                      <a:pt x="262" y="262"/>
                      <a:pt x="286" y="227"/>
                      <a:pt x="334" y="203"/>
                    </a:cubicBezTo>
                    <a:cubicBezTo>
                      <a:pt x="381" y="179"/>
                      <a:pt x="441" y="167"/>
                      <a:pt x="512" y="167"/>
                    </a:cubicBezTo>
                    <a:cubicBezTo>
                      <a:pt x="584" y="167"/>
                      <a:pt x="631" y="179"/>
                      <a:pt x="667" y="191"/>
                    </a:cubicBezTo>
                    <a:cubicBezTo>
                      <a:pt x="715" y="215"/>
                      <a:pt x="739" y="250"/>
                      <a:pt x="762" y="286"/>
                    </a:cubicBezTo>
                    <a:cubicBezTo>
                      <a:pt x="786" y="322"/>
                      <a:pt x="798" y="358"/>
                      <a:pt x="798" y="405"/>
                    </a:cubicBezTo>
                    <a:cubicBezTo>
                      <a:pt x="798" y="477"/>
                      <a:pt x="774" y="536"/>
                      <a:pt x="739" y="596"/>
                    </a:cubicBezTo>
                    <a:cubicBezTo>
                      <a:pt x="703" y="643"/>
                      <a:pt x="655" y="703"/>
                      <a:pt x="596" y="751"/>
                    </a:cubicBezTo>
                    <a:cubicBezTo>
                      <a:pt x="536" y="798"/>
                      <a:pt x="477" y="846"/>
                      <a:pt x="405" y="893"/>
                    </a:cubicBezTo>
                    <a:cubicBezTo>
                      <a:pt x="358" y="929"/>
                      <a:pt x="310" y="965"/>
                      <a:pt x="262" y="1001"/>
                    </a:cubicBezTo>
                    <a:cubicBezTo>
                      <a:pt x="215" y="1048"/>
                      <a:pt x="167" y="1084"/>
                      <a:pt x="131" y="1120"/>
                    </a:cubicBezTo>
                    <a:cubicBezTo>
                      <a:pt x="84" y="1167"/>
                      <a:pt x="60" y="1215"/>
                      <a:pt x="36" y="1262"/>
                    </a:cubicBezTo>
                    <a:cubicBezTo>
                      <a:pt x="12" y="1310"/>
                      <a:pt x="0" y="1370"/>
                      <a:pt x="0" y="1429"/>
                    </a:cubicBezTo>
                    <a:lnTo>
                      <a:pt x="0" y="1489"/>
                    </a:lnTo>
                    <a:lnTo>
                      <a:pt x="1001" y="1489"/>
                    </a:lnTo>
                    <a:lnTo>
                      <a:pt x="1001" y="1310"/>
                    </a:lnTo>
                    <a:lnTo>
                      <a:pt x="227" y="1310"/>
                    </a:lnTo>
                    <a:cubicBezTo>
                      <a:pt x="239" y="1286"/>
                      <a:pt x="250" y="1251"/>
                      <a:pt x="286" y="1215"/>
                    </a:cubicBezTo>
                    <a:cubicBezTo>
                      <a:pt x="310" y="1179"/>
                      <a:pt x="358" y="1143"/>
                      <a:pt x="393" y="1120"/>
                    </a:cubicBezTo>
                    <a:cubicBezTo>
                      <a:pt x="441" y="1084"/>
                      <a:pt x="489" y="1048"/>
                      <a:pt x="524" y="1024"/>
                    </a:cubicBezTo>
                    <a:cubicBezTo>
                      <a:pt x="596" y="977"/>
                      <a:pt x="655" y="929"/>
                      <a:pt x="715" y="882"/>
                    </a:cubicBezTo>
                    <a:cubicBezTo>
                      <a:pt x="762" y="846"/>
                      <a:pt x="810" y="798"/>
                      <a:pt x="858" y="751"/>
                    </a:cubicBezTo>
                    <a:cubicBezTo>
                      <a:pt x="893" y="703"/>
                      <a:pt x="929" y="655"/>
                      <a:pt x="953" y="596"/>
                    </a:cubicBezTo>
                    <a:cubicBezTo>
                      <a:pt x="977" y="536"/>
                      <a:pt x="989" y="477"/>
                      <a:pt x="989" y="417"/>
                    </a:cubicBezTo>
                    <a:cubicBezTo>
                      <a:pt x="989" y="358"/>
                      <a:pt x="977" y="310"/>
                      <a:pt x="965" y="262"/>
                    </a:cubicBezTo>
                    <a:cubicBezTo>
                      <a:pt x="941" y="215"/>
                      <a:pt x="917" y="167"/>
                      <a:pt x="881" y="131"/>
                    </a:cubicBezTo>
                    <a:cubicBezTo>
                      <a:pt x="834" y="96"/>
                      <a:pt x="786" y="60"/>
                      <a:pt x="739" y="36"/>
                    </a:cubicBezTo>
                    <a:cubicBezTo>
                      <a:pt x="679" y="12"/>
                      <a:pt x="608" y="0"/>
                      <a:pt x="5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3" name="Google Shape;1040;p42">
                <a:extLst>
                  <a:ext uri="{FF2B5EF4-FFF2-40B4-BE49-F238E27FC236}">
                    <a16:creationId xmlns:a16="http://schemas.microsoft.com/office/drawing/2014/main" id="{01D404E1-4953-60BD-0F90-6F789BA41BF0}"/>
                  </a:ext>
                </a:extLst>
              </p:cNvPr>
              <p:cNvSpPr/>
              <p:nvPr/>
            </p:nvSpPr>
            <p:spPr>
              <a:xfrm>
                <a:off x="5499175" y="6626450"/>
                <a:ext cx="2235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894" h="1465" extrusionOk="0">
                    <a:moveTo>
                      <a:pt x="465" y="0"/>
                    </a:moveTo>
                    <a:cubicBezTo>
                      <a:pt x="430" y="48"/>
                      <a:pt x="370" y="72"/>
                      <a:pt x="322" y="96"/>
                    </a:cubicBezTo>
                    <a:cubicBezTo>
                      <a:pt x="263" y="119"/>
                      <a:pt x="215" y="143"/>
                      <a:pt x="156" y="155"/>
                    </a:cubicBezTo>
                    <a:cubicBezTo>
                      <a:pt x="96" y="167"/>
                      <a:pt x="49" y="179"/>
                      <a:pt x="1" y="179"/>
                    </a:cubicBezTo>
                    <a:lnTo>
                      <a:pt x="1" y="298"/>
                    </a:lnTo>
                    <a:lnTo>
                      <a:pt x="370" y="298"/>
                    </a:lnTo>
                    <a:lnTo>
                      <a:pt x="370" y="1310"/>
                    </a:lnTo>
                    <a:lnTo>
                      <a:pt x="1" y="1310"/>
                    </a:lnTo>
                    <a:lnTo>
                      <a:pt x="1" y="1465"/>
                    </a:lnTo>
                    <a:lnTo>
                      <a:pt x="894" y="1465"/>
                    </a:lnTo>
                    <a:lnTo>
                      <a:pt x="894" y="1310"/>
                    </a:lnTo>
                    <a:lnTo>
                      <a:pt x="549" y="1310"/>
                    </a:lnTo>
                    <a:lnTo>
                      <a:pt x="54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4" name="Google Shape;1041;p42">
                <a:extLst>
                  <a:ext uri="{FF2B5EF4-FFF2-40B4-BE49-F238E27FC236}">
                    <a16:creationId xmlns:a16="http://schemas.microsoft.com/office/drawing/2014/main" id="{30002EA9-5457-FC70-4F8C-17C2A828074B}"/>
                  </a:ext>
                </a:extLst>
              </p:cNvPr>
              <p:cNvSpPr/>
              <p:nvPr/>
            </p:nvSpPr>
            <p:spPr>
              <a:xfrm>
                <a:off x="5525975" y="6625850"/>
                <a:ext cx="25025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489" extrusionOk="0">
                    <a:moveTo>
                      <a:pt x="536" y="0"/>
                    </a:moveTo>
                    <a:cubicBezTo>
                      <a:pt x="441" y="0"/>
                      <a:pt x="358" y="24"/>
                      <a:pt x="274" y="48"/>
                    </a:cubicBezTo>
                    <a:cubicBezTo>
                      <a:pt x="203" y="84"/>
                      <a:pt x="143" y="131"/>
                      <a:pt x="96" y="191"/>
                    </a:cubicBezTo>
                    <a:cubicBezTo>
                      <a:pt x="48" y="262"/>
                      <a:pt x="24" y="346"/>
                      <a:pt x="24" y="441"/>
                    </a:cubicBezTo>
                    <a:cubicBezTo>
                      <a:pt x="24" y="465"/>
                      <a:pt x="24" y="489"/>
                      <a:pt x="24" y="501"/>
                    </a:cubicBezTo>
                    <a:cubicBezTo>
                      <a:pt x="24" y="512"/>
                      <a:pt x="24" y="524"/>
                      <a:pt x="24" y="536"/>
                    </a:cubicBezTo>
                    <a:lnTo>
                      <a:pt x="215" y="536"/>
                    </a:lnTo>
                    <a:lnTo>
                      <a:pt x="215" y="441"/>
                    </a:lnTo>
                    <a:cubicBezTo>
                      <a:pt x="215" y="393"/>
                      <a:pt x="227" y="346"/>
                      <a:pt x="251" y="310"/>
                    </a:cubicBezTo>
                    <a:cubicBezTo>
                      <a:pt x="262" y="262"/>
                      <a:pt x="298" y="227"/>
                      <a:pt x="346" y="203"/>
                    </a:cubicBezTo>
                    <a:cubicBezTo>
                      <a:pt x="393" y="179"/>
                      <a:pt x="453" y="167"/>
                      <a:pt x="524" y="167"/>
                    </a:cubicBezTo>
                    <a:cubicBezTo>
                      <a:pt x="584" y="167"/>
                      <a:pt x="643" y="179"/>
                      <a:pt x="679" y="191"/>
                    </a:cubicBezTo>
                    <a:cubicBezTo>
                      <a:pt x="727" y="215"/>
                      <a:pt x="751" y="250"/>
                      <a:pt x="774" y="286"/>
                    </a:cubicBezTo>
                    <a:cubicBezTo>
                      <a:pt x="798" y="322"/>
                      <a:pt x="798" y="358"/>
                      <a:pt x="798" y="405"/>
                    </a:cubicBezTo>
                    <a:cubicBezTo>
                      <a:pt x="798" y="477"/>
                      <a:pt x="786" y="536"/>
                      <a:pt x="751" y="596"/>
                    </a:cubicBezTo>
                    <a:cubicBezTo>
                      <a:pt x="715" y="643"/>
                      <a:pt x="667" y="703"/>
                      <a:pt x="608" y="751"/>
                    </a:cubicBezTo>
                    <a:cubicBezTo>
                      <a:pt x="548" y="798"/>
                      <a:pt x="489" y="846"/>
                      <a:pt x="417" y="893"/>
                    </a:cubicBezTo>
                    <a:cubicBezTo>
                      <a:pt x="370" y="929"/>
                      <a:pt x="310" y="965"/>
                      <a:pt x="262" y="1001"/>
                    </a:cubicBezTo>
                    <a:cubicBezTo>
                      <a:pt x="215" y="1048"/>
                      <a:pt x="167" y="1084"/>
                      <a:pt x="132" y="1120"/>
                    </a:cubicBezTo>
                    <a:cubicBezTo>
                      <a:pt x="96" y="1167"/>
                      <a:pt x="60" y="1215"/>
                      <a:pt x="36" y="1262"/>
                    </a:cubicBezTo>
                    <a:cubicBezTo>
                      <a:pt x="12" y="1310"/>
                      <a:pt x="1" y="1370"/>
                      <a:pt x="1" y="1429"/>
                    </a:cubicBezTo>
                    <a:lnTo>
                      <a:pt x="1" y="1489"/>
                    </a:lnTo>
                    <a:lnTo>
                      <a:pt x="1001" y="1489"/>
                    </a:lnTo>
                    <a:lnTo>
                      <a:pt x="1001" y="1310"/>
                    </a:lnTo>
                    <a:lnTo>
                      <a:pt x="227" y="1310"/>
                    </a:lnTo>
                    <a:cubicBezTo>
                      <a:pt x="239" y="1286"/>
                      <a:pt x="262" y="1251"/>
                      <a:pt x="286" y="1215"/>
                    </a:cubicBezTo>
                    <a:cubicBezTo>
                      <a:pt x="322" y="1179"/>
                      <a:pt x="358" y="1143"/>
                      <a:pt x="405" y="1120"/>
                    </a:cubicBezTo>
                    <a:cubicBezTo>
                      <a:pt x="453" y="1084"/>
                      <a:pt x="489" y="1048"/>
                      <a:pt x="536" y="1024"/>
                    </a:cubicBezTo>
                    <a:cubicBezTo>
                      <a:pt x="608" y="977"/>
                      <a:pt x="667" y="929"/>
                      <a:pt x="715" y="882"/>
                    </a:cubicBezTo>
                    <a:cubicBezTo>
                      <a:pt x="774" y="846"/>
                      <a:pt x="822" y="798"/>
                      <a:pt x="870" y="751"/>
                    </a:cubicBezTo>
                    <a:cubicBezTo>
                      <a:pt x="905" y="703"/>
                      <a:pt x="941" y="655"/>
                      <a:pt x="965" y="596"/>
                    </a:cubicBezTo>
                    <a:cubicBezTo>
                      <a:pt x="989" y="536"/>
                      <a:pt x="1001" y="477"/>
                      <a:pt x="1001" y="417"/>
                    </a:cubicBezTo>
                    <a:cubicBezTo>
                      <a:pt x="1001" y="358"/>
                      <a:pt x="989" y="310"/>
                      <a:pt x="965" y="262"/>
                    </a:cubicBezTo>
                    <a:cubicBezTo>
                      <a:pt x="953" y="215"/>
                      <a:pt x="929" y="167"/>
                      <a:pt x="882" y="131"/>
                    </a:cubicBezTo>
                    <a:cubicBezTo>
                      <a:pt x="846" y="96"/>
                      <a:pt x="798" y="60"/>
                      <a:pt x="739" y="36"/>
                    </a:cubicBezTo>
                    <a:cubicBezTo>
                      <a:pt x="679" y="12"/>
                      <a:pt x="608" y="0"/>
                      <a:pt x="5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5" name="Google Shape;1042;p42">
                <a:extLst>
                  <a:ext uri="{FF2B5EF4-FFF2-40B4-BE49-F238E27FC236}">
                    <a16:creationId xmlns:a16="http://schemas.microsoft.com/office/drawing/2014/main" id="{B1AD5CC4-4B51-73F7-6CF2-43B7B7C1BCA2}"/>
                  </a:ext>
                </a:extLst>
              </p:cNvPr>
              <p:cNvSpPr/>
              <p:nvPr/>
            </p:nvSpPr>
            <p:spPr>
              <a:xfrm>
                <a:off x="5556050" y="6626150"/>
                <a:ext cx="25600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24" h="1501" extrusionOk="0">
                    <a:moveTo>
                      <a:pt x="512" y="0"/>
                    </a:moveTo>
                    <a:cubicBezTo>
                      <a:pt x="417" y="0"/>
                      <a:pt x="333" y="12"/>
                      <a:pt x="262" y="48"/>
                    </a:cubicBezTo>
                    <a:cubicBezTo>
                      <a:pt x="191" y="84"/>
                      <a:pt x="131" y="131"/>
                      <a:pt x="95" y="191"/>
                    </a:cubicBezTo>
                    <a:cubicBezTo>
                      <a:pt x="48" y="250"/>
                      <a:pt x="36" y="322"/>
                      <a:pt x="36" y="405"/>
                    </a:cubicBezTo>
                    <a:lnTo>
                      <a:pt x="36" y="441"/>
                    </a:lnTo>
                    <a:lnTo>
                      <a:pt x="226" y="441"/>
                    </a:lnTo>
                    <a:lnTo>
                      <a:pt x="226" y="405"/>
                    </a:lnTo>
                    <a:cubicBezTo>
                      <a:pt x="226" y="358"/>
                      <a:pt x="238" y="310"/>
                      <a:pt x="262" y="262"/>
                    </a:cubicBezTo>
                    <a:cubicBezTo>
                      <a:pt x="286" y="227"/>
                      <a:pt x="322" y="203"/>
                      <a:pt x="369" y="179"/>
                    </a:cubicBezTo>
                    <a:cubicBezTo>
                      <a:pt x="417" y="155"/>
                      <a:pt x="464" y="155"/>
                      <a:pt x="524" y="155"/>
                    </a:cubicBezTo>
                    <a:cubicBezTo>
                      <a:pt x="572" y="155"/>
                      <a:pt x="619" y="167"/>
                      <a:pt x="667" y="179"/>
                    </a:cubicBezTo>
                    <a:cubicBezTo>
                      <a:pt x="703" y="191"/>
                      <a:pt x="738" y="227"/>
                      <a:pt x="762" y="262"/>
                    </a:cubicBezTo>
                    <a:cubicBezTo>
                      <a:pt x="786" y="298"/>
                      <a:pt x="798" y="334"/>
                      <a:pt x="798" y="393"/>
                    </a:cubicBezTo>
                    <a:cubicBezTo>
                      <a:pt x="798" y="465"/>
                      <a:pt x="786" y="512"/>
                      <a:pt x="762" y="548"/>
                    </a:cubicBezTo>
                    <a:cubicBezTo>
                      <a:pt x="726" y="584"/>
                      <a:pt x="691" y="619"/>
                      <a:pt x="655" y="631"/>
                    </a:cubicBezTo>
                    <a:cubicBezTo>
                      <a:pt x="607" y="643"/>
                      <a:pt x="560" y="655"/>
                      <a:pt x="500" y="655"/>
                    </a:cubicBezTo>
                    <a:lnTo>
                      <a:pt x="345" y="655"/>
                    </a:lnTo>
                    <a:lnTo>
                      <a:pt x="345" y="810"/>
                    </a:lnTo>
                    <a:lnTo>
                      <a:pt x="500" y="810"/>
                    </a:lnTo>
                    <a:cubicBezTo>
                      <a:pt x="548" y="810"/>
                      <a:pt x="607" y="822"/>
                      <a:pt x="655" y="834"/>
                    </a:cubicBezTo>
                    <a:cubicBezTo>
                      <a:pt x="714" y="846"/>
                      <a:pt x="750" y="881"/>
                      <a:pt x="786" y="917"/>
                    </a:cubicBezTo>
                    <a:cubicBezTo>
                      <a:pt x="822" y="953"/>
                      <a:pt x="834" y="1000"/>
                      <a:pt x="834" y="1072"/>
                    </a:cubicBezTo>
                    <a:cubicBezTo>
                      <a:pt x="834" y="1167"/>
                      <a:pt x="810" y="1239"/>
                      <a:pt x="738" y="1274"/>
                    </a:cubicBezTo>
                    <a:cubicBezTo>
                      <a:pt x="679" y="1322"/>
                      <a:pt x="607" y="1346"/>
                      <a:pt x="500" y="1346"/>
                    </a:cubicBezTo>
                    <a:cubicBezTo>
                      <a:pt x="405" y="1346"/>
                      <a:pt x="333" y="1322"/>
                      <a:pt x="274" y="1274"/>
                    </a:cubicBezTo>
                    <a:cubicBezTo>
                      <a:pt x="214" y="1227"/>
                      <a:pt x="191" y="1167"/>
                      <a:pt x="191" y="1072"/>
                    </a:cubicBezTo>
                    <a:lnTo>
                      <a:pt x="191" y="1048"/>
                    </a:lnTo>
                    <a:lnTo>
                      <a:pt x="0" y="1048"/>
                    </a:lnTo>
                    <a:lnTo>
                      <a:pt x="0" y="1072"/>
                    </a:lnTo>
                    <a:cubicBezTo>
                      <a:pt x="0" y="1167"/>
                      <a:pt x="24" y="1239"/>
                      <a:pt x="60" y="1298"/>
                    </a:cubicBezTo>
                    <a:cubicBezTo>
                      <a:pt x="95" y="1370"/>
                      <a:pt x="155" y="1417"/>
                      <a:pt x="238" y="1453"/>
                    </a:cubicBezTo>
                    <a:cubicBezTo>
                      <a:pt x="310" y="1489"/>
                      <a:pt x="405" y="1501"/>
                      <a:pt x="524" y="1501"/>
                    </a:cubicBezTo>
                    <a:cubicBezTo>
                      <a:pt x="619" y="1501"/>
                      <a:pt x="703" y="1489"/>
                      <a:pt x="786" y="1453"/>
                    </a:cubicBezTo>
                    <a:cubicBezTo>
                      <a:pt x="857" y="1417"/>
                      <a:pt x="917" y="1370"/>
                      <a:pt x="964" y="1310"/>
                    </a:cubicBezTo>
                    <a:cubicBezTo>
                      <a:pt x="1000" y="1250"/>
                      <a:pt x="1024" y="1167"/>
                      <a:pt x="1024" y="1084"/>
                    </a:cubicBezTo>
                    <a:cubicBezTo>
                      <a:pt x="1024" y="989"/>
                      <a:pt x="1000" y="917"/>
                      <a:pt x="953" y="858"/>
                    </a:cubicBezTo>
                    <a:cubicBezTo>
                      <a:pt x="893" y="798"/>
                      <a:pt x="834" y="750"/>
                      <a:pt x="750" y="727"/>
                    </a:cubicBezTo>
                    <a:cubicBezTo>
                      <a:pt x="798" y="703"/>
                      <a:pt x="834" y="679"/>
                      <a:pt x="869" y="655"/>
                    </a:cubicBezTo>
                    <a:cubicBezTo>
                      <a:pt x="905" y="619"/>
                      <a:pt x="941" y="584"/>
                      <a:pt x="964" y="548"/>
                    </a:cubicBezTo>
                    <a:cubicBezTo>
                      <a:pt x="988" y="500"/>
                      <a:pt x="1000" y="453"/>
                      <a:pt x="1000" y="381"/>
                    </a:cubicBezTo>
                    <a:cubicBezTo>
                      <a:pt x="1000" y="298"/>
                      <a:pt x="976" y="227"/>
                      <a:pt x="929" y="167"/>
                    </a:cubicBezTo>
                    <a:cubicBezTo>
                      <a:pt x="893" y="108"/>
                      <a:pt x="834" y="72"/>
                      <a:pt x="762" y="36"/>
                    </a:cubicBezTo>
                    <a:cubicBezTo>
                      <a:pt x="691" y="12"/>
                      <a:pt x="607" y="0"/>
                      <a:pt x="5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6" name="Google Shape;1043;p42">
                <a:extLst>
                  <a:ext uri="{FF2B5EF4-FFF2-40B4-BE49-F238E27FC236}">
                    <a16:creationId xmlns:a16="http://schemas.microsoft.com/office/drawing/2014/main" id="{885D5036-4BEC-4798-45D9-28B015E23AB8}"/>
                  </a:ext>
                </a:extLst>
              </p:cNvPr>
              <p:cNvSpPr/>
              <p:nvPr/>
            </p:nvSpPr>
            <p:spPr>
              <a:xfrm>
                <a:off x="5597125" y="6626150"/>
                <a:ext cx="26500" cy="36925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477" extrusionOk="0">
                    <a:moveTo>
                      <a:pt x="393" y="0"/>
                    </a:moveTo>
                    <a:cubicBezTo>
                      <a:pt x="369" y="108"/>
                      <a:pt x="334" y="227"/>
                      <a:pt x="298" y="334"/>
                    </a:cubicBezTo>
                    <a:cubicBezTo>
                      <a:pt x="262" y="441"/>
                      <a:pt x="214" y="548"/>
                      <a:pt x="167" y="655"/>
                    </a:cubicBezTo>
                    <a:cubicBezTo>
                      <a:pt x="119" y="762"/>
                      <a:pt x="60" y="858"/>
                      <a:pt x="0" y="965"/>
                    </a:cubicBezTo>
                    <a:lnTo>
                      <a:pt x="0" y="1120"/>
                    </a:lnTo>
                    <a:lnTo>
                      <a:pt x="679" y="1120"/>
                    </a:lnTo>
                    <a:lnTo>
                      <a:pt x="679" y="1477"/>
                    </a:lnTo>
                    <a:lnTo>
                      <a:pt x="869" y="1477"/>
                    </a:lnTo>
                    <a:lnTo>
                      <a:pt x="869" y="1120"/>
                    </a:lnTo>
                    <a:lnTo>
                      <a:pt x="1060" y="1120"/>
                    </a:lnTo>
                    <a:lnTo>
                      <a:pt x="1060" y="965"/>
                    </a:lnTo>
                    <a:lnTo>
                      <a:pt x="869" y="965"/>
                    </a:lnTo>
                    <a:lnTo>
                      <a:pt x="869" y="215"/>
                    </a:lnTo>
                    <a:lnTo>
                      <a:pt x="774" y="215"/>
                    </a:lnTo>
                    <a:cubicBezTo>
                      <a:pt x="774" y="227"/>
                      <a:pt x="762" y="250"/>
                      <a:pt x="762" y="274"/>
                    </a:cubicBezTo>
                    <a:cubicBezTo>
                      <a:pt x="750" y="298"/>
                      <a:pt x="738" y="322"/>
                      <a:pt x="738" y="358"/>
                    </a:cubicBezTo>
                    <a:lnTo>
                      <a:pt x="703" y="429"/>
                    </a:lnTo>
                    <a:cubicBezTo>
                      <a:pt x="703" y="453"/>
                      <a:pt x="691" y="477"/>
                      <a:pt x="679" y="500"/>
                    </a:cubicBezTo>
                    <a:lnTo>
                      <a:pt x="679" y="965"/>
                    </a:lnTo>
                    <a:lnTo>
                      <a:pt x="179" y="965"/>
                    </a:lnTo>
                    <a:cubicBezTo>
                      <a:pt x="203" y="941"/>
                      <a:pt x="226" y="905"/>
                      <a:pt x="250" y="858"/>
                    </a:cubicBezTo>
                    <a:cubicBezTo>
                      <a:pt x="274" y="810"/>
                      <a:pt x="310" y="750"/>
                      <a:pt x="345" y="679"/>
                    </a:cubicBezTo>
                    <a:cubicBezTo>
                      <a:pt x="369" y="619"/>
                      <a:pt x="405" y="548"/>
                      <a:pt x="441" y="465"/>
                    </a:cubicBezTo>
                    <a:cubicBezTo>
                      <a:pt x="464" y="393"/>
                      <a:pt x="500" y="310"/>
                      <a:pt x="524" y="238"/>
                    </a:cubicBezTo>
                    <a:cubicBezTo>
                      <a:pt x="548" y="155"/>
                      <a:pt x="572" y="72"/>
                      <a:pt x="5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7" name="Google Shape;1044;p42">
                <a:extLst>
                  <a:ext uri="{FF2B5EF4-FFF2-40B4-BE49-F238E27FC236}">
                    <a16:creationId xmlns:a16="http://schemas.microsoft.com/office/drawing/2014/main" id="{09421103-C304-51A6-4D66-7E37A89E00C4}"/>
                  </a:ext>
                </a:extLst>
              </p:cNvPr>
              <p:cNvSpPr/>
              <p:nvPr/>
            </p:nvSpPr>
            <p:spPr>
              <a:xfrm>
                <a:off x="5628075" y="6626750"/>
                <a:ext cx="25325" cy="369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477" extrusionOk="0">
                    <a:moveTo>
                      <a:pt x="108" y="0"/>
                    </a:moveTo>
                    <a:lnTo>
                      <a:pt x="48" y="798"/>
                    </a:lnTo>
                    <a:lnTo>
                      <a:pt x="227" y="834"/>
                    </a:lnTo>
                    <a:cubicBezTo>
                      <a:pt x="250" y="798"/>
                      <a:pt x="274" y="762"/>
                      <a:pt x="298" y="738"/>
                    </a:cubicBezTo>
                    <a:cubicBezTo>
                      <a:pt x="334" y="715"/>
                      <a:pt x="369" y="703"/>
                      <a:pt x="405" y="691"/>
                    </a:cubicBezTo>
                    <a:cubicBezTo>
                      <a:pt x="441" y="667"/>
                      <a:pt x="489" y="667"/>
                      <a:pt x="524" y="667"/>
                    </a:cubicBezTo>
                    <a:cubicBezTo>
                      <a:pt x="584" y="667"/>
                      <a:pt x="631" y="679"/>
                      <a:pt x="679" y="703"/>
                    </a:cubicBezTo>
                    <a:cubicBezTo>
                      <a:pt x="727" y="726"/>
                      <a:pt x="762" y="750"/>
                      <a:pt x="786" y="798"/>
                    </a:cubicBezTo>
                    <a:cubicBezTo>
                      <a:pt x="810" y="846"/>
                      <a:pt x="822" y="905"/>
                      <a:pt x="822" y="976"/>
                    </a:cubicBezTo>
                    <a:cubicBezTo>
                      <a:pt x="822" y="1060"/>
                      <a:pt x="810" y="1119"/>
                      <a:pt x="774" y="1167"/>
                    </a:cubicBezTo>
                    <a:cubicBezTo>
                      <a:pt x="750" y="1226"/>
                      <a:pt x="715" y="1262"/>
                      <a:pt x="667" y="1286"/>
                    </a:cubicBezTo>
                    <a:cubicBezTo>
                      <a:pt x="620" y="1310"/>
                      <a:pt x="572" y="1322"/>
                      <a:pt x="512" y="1322"/>
                    </a:cubicBezTo>
                    <a:cubicBezTo>
                      <a:pt x="453" y="1322"/>
                      <a:pt x="393" y="1310"/>
                      <a:pt x="346" y="1286"/>
                    </a:cubicBezTo>
                    <a:cubicBezTo>
                      <a:pt x="298" y="1262"/>
                      <a:pt x="262" y="1215"/>
                      <a:pt x="227" y="1167"/>
                    </a:cubicBezTo>
                    <a:cubicBezTo>
                      <a:pt x="203" y="1119"/>
                      <a:pt x="191" y="1072"/>
                      <a:pt x="191" y="1000"/>
                    </a:cubicBezTo>
                    <a:lnTo>
                      <a:pt x="0" y="1000"/>
                    </a:lnTo>
                    <a:cubicBezTo>
                      <a:pt x="0" y="1096"/>
                      <a:pt x="24" y="1191"/>
                      <a:pt x="60" y="1262"/>
                    </a:cubicBezTo>
                    <a:cubicBezTo>
                      <a:pt x="108" y="1334"/>
                      <a:pt x="167" y="1381"/>
                      <a:pt x="239" y="1417"/>
                    </a:cubicBezTo>
                    <a:cubicBezTo>
                      <a:pt x="322" y="1453"/>
                      <a:pt x="405" y="1477"/>
                      <a:pt x="512" y="1477"/>
                    </a:cubicBezTo>
                    <a:cubicBezTo>
                      <a:pt x="620" y="1477"/>
                      <a:pt x="703" y="1453"/>
                      <a:pt x="774" y="1417"/>
                    </a:cubicBezTo>
                    <a:cubicBezTo>
                      <a:pt x="858" y="1381"/>
                      <a:pt x="905" y="1322"/>
                      <a:pt x="953" y="1238"/>
                    </a:cubicBezTo>
                    <a:cubicBezTo>
                      <a:pt x="989" y="1167"/>
                      <a:pt x="1012" y="1072"/>
                      <a:pt x="1012" y="965"/>
                    </a:cubicBezTo>
                    <a:cubicBezTo>
                      <a:pt x="1012" y="857"/>
                      <a:pt x="989" y="774"/>
                      <a:pt x="953" y="703"/>
                    </a:cubicBezTo>
                    <a:cubicBezTo>
                      <a:pt x="917" y="643"/>
                      <a:pt x="858" y="584"/>
                      <a:pt x="786" y="560"/>
                    </a:cubicBezTo>
                    <a:cubicBezTo>
                      <a:pt x="727" y="524"/>
                      <a:pt x="643" y="512"/>
                      <a:pt x="560" y="512"/>
                    </a:cubicBezTo>
                    <a:cubicBezTo>
                      <a:pt x="512" y="512"/>
                      <a:pt x="465" y="512"/>
                      <a:pt x="429" y="524"/>
                    </a:cubicBezTo>
                    <a:cubicBezTo>
                      <a:pt x="393" y="536"/>
                      <a:pt x="358" y="548"/>
                      <a:pt x="322" y="572"/>
                    </a:cubicBezTo>
                    <a:cubicBezTo>
                      <a:pt x="286" y="584"/>
                      <a:pt x="262" y="607"/>
                      <a:pt x="239" y="619"/>
                    </a:cubicBezTo>
                    <a:lnTo>
                      <a:pt x="274" y="167"/>
                    </a:lnTo>
                    <a:lnTo>
                      <a:pt x="941" y="167"/>
                    </a:lnTo>
                    <a:lnTo>
                      <a:pt x="9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8" name="Google Shape;1045;p42">
                <a:extLst>
                  <a:ext uri="{FF2B5EF4-FFF2-40B4-BE49-F238E27FC236}">
                    <a16:creationId xmlns:a16="http://schemas.microsoft.com/office/drawing/2014/main" id="{9BBA0F91-2788-457E-DA1B-EDD37D6527D4}"/>
                  </a:ext>
                </a:extLst>
              </p:cNvPr>
              <p:cNvSpPr/>
              <p:nvPr/>
            </p:nvSpPr>
            <p:spPr>
              <a:xfrm>
                <a:off x="5658725" y="6626150"/>
                <a:ext cx="253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501" extrusionOk="0">
                    <a:moveTo>
                      <a:pt x="525" y="691"/>
                    </a:moveTo>
                    <a:cubicBezTo>
                      <a:pt x="596" y="691"/>
                      <a:pt x="644" y="703"/>
                      <a:pt x="691" y="739"/>
                    </a:cubicBezTo>
                    <a:cubicBezTo>
                      <a:pt x="739" y="762"/>
                      <a:pt x="775" y="810"/>
                      <a:pt x="787" y="858"/>
                    </a:cubicBezTo>
                    <a:cubicBezTo>
                      <a:pt x="810" y="905"/>
                      <a:pt x="822" y="953"/>
                      <a:pt x="822" y="1012"/>
                    </a:cubicBezTo>
                    <a:cubicBezTo>
                      <a:pt x="822" y="1072"/>
                      <a:pt x="810" y="1131"/>
                      <a:pt x="787" y="1179"/>
                    </a:cubicBezTo>
                    <a:cubicBezTo>
                      <a:pt x="763" y="1227"/>
                      <a:pt x="727" y="1274"/>
                      <a:pt x="691" y="1298"/>
                    </a:cubicBezTo>
                    <a:cubicBezTo>
                      <a:pt x="644" y="1334"/>
                      <a:pt x="584" y="1346"/>
                      <a:pt x="513" y="1346"/>
                    </a:cubicBezTo>
                    <a:cubicBezTo>
                      <a:pt x="441" y="1346"/>
                      <a:pt x="394" y="1334"/>
                      <a:pt x="346" y="1298"/>
                    </a:cubicBezTo>
                    <a:cubicBezTo>
                      <a:pt x="298" y="1274"/>
                      <a:pt x="263" y="1227"/>
                      <a:pt x="239" y="1179"/>
                    </a:cubicBezTo>
                    <a:cubicBezTo>
                      <a:pt x="215" y="1131"/>
                      <a:pt x="203" y="1084"/>
                      <a:pt x="203" y="1024"/>
                    </a:cubicBezTo>
                    <a:cubicBezTo>
                      <a:pt x="203" y="965"/>
                      <a:pt x="215" y="905"/>
                      <a:pt x="239" y="858"/>
                    </a:cubicBezTo>
                    <a:cubicBezTo>
                      <a:pt x="263" y="810"/>
                      <a:pt x="298" y="762"/>
                      <a:pt x="346" y="739"/>
                    </a:cubicBezTo>
                    <a:cubicBezTo>
                      <a:pt x="394" y="703"/>
                      <a:pt x="453" y="691"/>
                      <a:pt x="525" y="691"/>
                    </a:cubicBezTo>
                    <a:close/>
                    <a:moveTo>
                      <a:pt x="525" y="0"/>
                    </a:moveTo>
                    <a:cubicBezTo>
                      <a:pt x="441" y="0"/>
                      <a:pt x="370" y="12"/>
                      <a:pt x="298" y="36"/>
                    </a:cubicBezTo>
                    <a:cubicBezTo>
                      <a:pt x="239" y="60"/>
                      <a:pt x="179" y="108"/>
                      <a:pt x="132" y="167"/>
                    </a:cubicBezTo>
                    <a:cubicBezTo>
                      <a:pt x="84" y="227"/>
                      <a:pt x="60" y="310"/>
                      <a:pt x="36" y="417"/>
                    </a:cubicBezTo>
                    <a:cubicBezTo>
                      <a:pt x="1" y="512"/>
                      <a:pt x="1" y="643"/>
                      <a:pt x="1" y="786"/>
                    </a:cubicBezTo>
                    <a:cubicBezTo>
                      <a:pt x="1" y="929"/>
                      <a:pt x="1" y="1036"/>
                      <a:pt x="36" y="1131"/>
                    </a:cubicBezTo>
                    <a:cubicBezTo>
                      <a:pt x="60" y="1227"/>
                      <a:pt x="96" y="1298"/>
                      <a:pt x="132" y="1346"/>
                    </a:cubicBezTo>
                    <a:cubicBezTo>
                      <a:pt x="179" y="1405"/>
                      <a:pt x="239" y="1441"/>
                      <a:pt x="310" y="1465"/>
                    </a:cubicBezTo>
                    <a:cubicBezTo>
                      <a:pt x="370" y="1489"/>
                      <a:pt x="441" y="1501"/>
                      <a:pt x="525" y="1501"/>
                    </a:cubicBezTo>
                    <a:cubicBezTo>
                      <a:pt x="620" y="1501"/>
                      <a:pt x="703" y="1477"/>
                      <a:pt x="775" y="1441"/>
                    </a:cubicBezTo>
                    <a:cubicBezTo>
                      <a:pt x="846" y="1405"/>
                      <a:pt x="906" y="1346"/>
                      <a:pt x="941" y="1274"/>
                    </a:cubicBezTo>
                    <a:cubicBezTo>
                      <a:pt x="989" y="1191"/>
                      <a:pt x="1013" y="1108"/>
                      <a:pt x="1013" y="1012"/>
                    </a:cubicBezTo>
                    <a:cubicBezTo>
                      <a:pt x="1013" y="929"/>
                      <a:pt x="989" y="846"/>
                      <a:pt x="965" y="774"/>
                    </a:cubicBezTo>
                    <a:cubicBezTo>
                      <a:pt x="929" y="703"/>
                      <a:pt x="882" y="643"/>
                      <a:pt x="810" y="596"/>
                    </a:cubicBezTo>
                    <a:cubicBezTo>
                      <a:pt x="739" y="560"/>
                      <a:pt x="656" y="536"/>
                      <a:pt x="548" y="536"/>
                    </a:cubicBezTo>
                    <a:cubicBezTo>
                      <a:pt x="501" y="536"/>
                      <a:pt x="441" y="548"/>
                      <a:pt x="394" y="560"/>
                    </a:cubicBezTo>
                    <a:cubicBezTo>
                      <a:pt x="346" y="584"/>
                      <a:pt x="298" y="596"/>
                      <a:pt x="263" y="631"/>
                    </a:cubicBezTo>
                    <a:cubicBezTo>
                      <a:pt x="227" y="655"/>
                      <a:pt x="203" y="679"/>
                      <a:pt x="191" y="715"/>
                    </a:cubicBezTo>
                    <a:cubicBezTo>
                      <a:pt x="191" y="596"/>
                      <a:pt x="191" y="500"/>
                      <a:pt x="215" y="417"/>
                    </a:cubicBezTo>
                    <a:cubicBezTo>
                      <a:pt x="227" y="334"/>
                      <a:pt x="263" y="262"/>
                      <a:pt x="310" y="215"/>
                    </a:cubicBezTo>
                    <a:cubicBezTo>
                      <a:pt x="358" y="179"/>
                      <a:pt x="429" y="155"/>
                      <a:pt x="513" y="155"/>
                    </a:cubicBezTo>
                    <a:cubicBezTo>
                      <a:pt x="572" y="155"/>
                      <a:pt x="620" y="155"/>
                      <a:pt x="656" y="179"/>
                    </a:cubicBezTo>
                    <a:cubicBezTo>
                      <a:pt x="691" y="203"/>
                      <a:pt x="727" y="238"/>
                      <a:pt x="739" y="286"/>
                    </a:cubicBezTo>
                    <a:cubicBezTo>
                      <a:pt x="763" y="322"/>
                      <a:pt x="775" y="381"/>
                      <a:pt x="775" y="441"/>
                    </a:cubicBezTo>
                    <a:lnTo>
                      <a:pt x="965" y="441"/>
                    </a:lnTo>
                    <a:cubicBezTo>
                      <a:pt x="965" y="358"/>
                      <a:pt x="941" y="286"/>
                      <a:pt x="918" y="215"/>
                    </a:cubicBezTo>
                    <a:cubicBezTo>
                      <a:pt x="882" y="143"/>
                      <a:pt x="834" y="96"/>
                      <a:pt x="775" y="60"/>
                    </a:cubicBezTo>
                    <a:cubicBezTo>
                      <a:pt x="715" y="12"/>
                      <a:pt x="632" y="0"/>
                      <a:pt x="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39" name="Google Shape;1046;p42">
                <a:extLst>
                  <a:ext uri="{FF2B5EF4-FFF2-40B4-BE49-F238E27FC236}">
                    <a16:creationId xmlns:a16="http://schemas.microsoft.com/office/drawing/2014/main" id="{B0141B66-DB89-917E-7798-8D83D842D6D9}"/>
                  </a:ext>
                </a:extLst>
              </p:cNvPr>
              <p:cNvSpPr/>
              <p:nvPr/>
            </p:nvSpPr>
            <p:spPr>
              <a:xfrm>
                <a:off x="5700100" y="6626750"/>
                <a:ext cx="25625" cy="36325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453" extrusionOk="0">
                    <a:moveTo>
                      <a:pt x="1" y="0"/>
                    </a:moveTo>
                    <a:lnTo>
                      <a:pt x="1" y="167"/>
                    </a:lnTo>
                    <a:lnTo>
                      <a:pt x="775" y="167"/>
                    </a:lnTo>
                    <a:cubicBezTo>
                      <a:pt x="715" y="250"/>
                      <a:pt x="656" y="334"/>
                      <a:pt x="584" y="429"/>
                    </a:cubicBezTo>
                    <a:cubicBezTo>
                      <a:pt x="525" y="512"/>
                      <a:pt x="465" y="619"/>
                      <a:pt x="406" y="726"/>
                    </a:cubicBezTo>
                    <a:cubicBezTo>
                      <a:pt x="358" y="834"/>
                      <a:pt x="310" y="953"/>
                      <a:pt x="275" y="1072"/>
                    </a:cubicBezTo>
                    <a:cubicBezTo>
                      <a:pt x="239" y="1191"/>
                      <a:pt x="227" y="1322"/>
                      <a:pt x="227" y="1453"/>
                    </a:cubicBezTo>
                    <a:lnTo>
                      <a:pt x="429" y="1453"/>
                    </a:lnTo>
                    <a:lnTo>
                      <a:pt x="429" y="1346"/>
                    </a:lnTo>
                    <a:cubicBezTo>
                      <a:pt x="429" y="1262"/>
                      <a:pt x="441" y="1167"/>
                      <a:pt x="465" y="1072"/>
                    </a:cubicBezTo>
                    <a:cubicBezTo>
                      <a:pt x="489" y="988"/>
                      <a:pt x="525" y="893"/>
                      <a:pt x="560" y="810"/>
                    </a:cubicBezTo>
                    <a:cubicBezTo>
                      <a:pt x="608" y="715"/>
                      <a:pt x="644" y="631"/>
                      <a:pt x="703" y="548"/>
                    </a:cubicBezTo>
                    <a:cubicBezTo>
                      <a:pt x="751" y="465"/>
                      <a:pt x="798" y="393"/>
                      <a:pt x="858" y="310"/>
                    </a:cubicBezTo>
                    <a:cubicBezTo>
                      <a:pt x="917" y="238"/>
                      <a:pt x="965" y="179"/>
                      <a:pt x="1025" y="107"/>
                    </a:cubicBezTo>
                    <a:lnTo>
                      <a:pt x="10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40" name="Google Shape;1047;p42">
                <a:extLst>
                  <a:ext uri="{FF2B5EF4-FFF2-40B4-BE49-F238E27FC236}">
                    <a16:creationId xmlns:a16="http://schemas.microsoft.com/office/drawing/2014/main" id="{463E8632-4284-1AB5-AD83-66B29DC92DBF}"/>
                  </a:ext>
                </a:extLst>
              </p:cNvPr>
              <p:cNvSpPr/>
              <p:nvPr/>
            </p:nvSpPr>
            <p:spPr>
              <a:xfrm>
                <a:off x="5730175" y="6626150"/>
                <a:ext cx="253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501" extrusionOk="0">
                    <a:moveTo>
                      <a:pt x="500" y="155"/>
                    </a:moveTo>
                    <a:cubicBezTo>
                      <a:pt x="596" y="155"/>
                      <a:pt x="655" y="179"/>
                      <a:pt x="715" y="215"/>
                    </a:cubicBezTo>
                    <a:cubicBezTo>
                      <a:pt x="762" y="262"/>
                      <a:pt x="786" y="322"/>
                      <a:pt x="786" y="405"/>
                    </a:cubicBezTo>
                    <a:cubicBezTo>
                      <a:pt x="786" y="477"/>
                      <a:pt x="762" y="548"/>
                      <a:pt x="715" y="584"/>
                    </a:cubicBezTo>
                    <a:cubicBezTo>
                      <a:pt x="655" y="631"/>
                      <a:pt x="596" y="655"/>
                      <a:pt x="500" y="655"/>
                    </a:cubicBezTo>
                    <a:cubicBezTo>
                      <a:pt x="417" y="655"/>
                      <a:pt x="357" y="631"/>
                      <a:pt x="298" y="584"/>
                    </a:cubicBezTo>
                    <a:cubicBezTo>
                      <a:pt x="250" y="548"/>
                      <a:pt x="226" y="477"/>
                      <a:pt x="226" y="405"/>
                    </a:cubicBezTo>
                    <a:cubicBezTo>
                      <a:pt x="226" y="322"/>
                      <a:pt x="250" y="262"/>
                      <a:pt x="298" y="215"/>
                    </a:cubicBezTo>
                    <a:cubicBezTo>
                      <a:pt x="346" y="179"/>
                      <a:pt x="417" y="155"/>
                      <a:pt x="500" y="155"/>
                    </a:cubicBezTo>
                    <a:close/>
                    <a:moveTo>
                      <a:pt x="500" y="810"/>
                    </a:moveTo>
                    <a:cubicBezTo>
                      <a:pt x="607" y="810"/>
                      <a:pt x="691" y="834"/>
                      <a:pt x="738" y="881"/>
                    </a:cubicBezTo>
                    <a:cubicBezTo>
                      <a:pt x="786" y="929"/>
                      <a:pt x="822" y="1000"/>
                      <a:pt x="822" y="1072"/>
                    </a:cubicBezTo>
                    <a:cubicBezTo>
                      <a:pt x="822" y="1167"/>
                      <a:pt x="786" y="1227"/>
                      <a:pt x="738" y="1274"/>
                    </a:cubicBezTo>
                    <a:cubicBezTo>
                      <a:pt x="691" y="1322"/>
                      <a:pt x="607" y="1346"/>
                      <a:pt x="500" y="1346"/>
                    </a:cubicBezTo>
                    <a:cubicBezTo>
                      <a:pt x="405" y="1346"/>
                      <a:pt x="322" y="1322"/>
                      <a:pt x="274" y="1274"/>
                    </a:cubicBezTo>
                    <a:cubicBezTo>
                      <a:pt x="215" y="1227"/>
                      <a:pt x="191" y="1155"/>
                      <a:pt x="191" y="1072"/>
                    </a:cubicBezTo>
                    <a:cubicBezTo>
                      <a:pt x="191" y="1000"/>
                      <a:pt x="215" y="929"/>
                      <a:pt x="274" y="881"/>
                    </a:cubicBezTo>
                    <a:cubicBezTo>
                      <a:pt x="322" y="834"/>
                      <a:pt x="405" y="810"/>
                      <a:pt x="500" y="810"/>
                    </a:cubicBezTo>
                    <a:close/>
                    <a:moveTo>
                      <a:pt x="500" y="0"/>
                    </a:moveTo>
                    <a:cubicBezTo>
                      <a:pt x="405" y="0"/>
                      <a:pt x="310" y="12"/>
                      <a:pt x="250" y="48"/>
                    </a:cubicBezTo>
                    <a:cubicBezTo>
                      <a:pt x="179" y="84"/>
                      <a:pt x="119" y="131"/>
                      <a:pt x="84" y="191"/>
                    </a:cubicBezTo>
                    <a:cubicBezTo>
                      <a:pt x="60" y="250"/>
                      <a:pt x="36" y="322"/>
                      <a:pt x="36" y="393"/>
                    </a:cubicBezTo>
                    <a:cubicBezTo>
                      <a:pt x="36" y="465"/>
                      <a:pt x="60" y="536"/>
                      <a:pt x="84" y="584"/>
                    </a:cubicBezTo>
                    <a:cubicBezTo>
                      <a:pt x="119" y="643"/>
                      <a:pt x="179" y="691"/>
                      <a:pt x="238" y="727"/>
                    </a:cubicBezTo>
                    <a:cubicBezTo>
                      <a:pt x="155" y="762"/>
                      <a:pt x="95" y="810"/>
                      <a:pt x="60" y="870"/>
                    </a:cubicBezTo>
                    <a:cubicBezTo>
                      <a:pt x="12" y="929"/>
                      <a:pt x="0" y="1000"/>
                      <a:pt x="0" y="1084"/>
                    </a:cubicBezTo>
                    <a:cubicBezTo>
                      <a:pt x="0" y="1155"/>
                      <a:pt x="12" y="1227"/>
                      <a:pt x="48" y="1286"/>
                    </a:cubicBezTo>
                    <a:cubicBezTo>
                      <a:pt x="84" y="1358"/>
                      <a:pt x="143" y="1405"/>
                      <a:pt x="215" y="1441"/>
                    </a:cubicBezTo>
                    <a:cubicBezTo>
                      <a:pt x="286" y="1477"/>
                      <a:pt x="381" y="1501"/>
                      <a:pt x="500" y="1501"/>
                    </a:cubicBezTo>
                    <a:cubicBezTo>
                      <a:pt x="631" y="1501"/>
                      <a:pt x="727" y="1477"/>
                      <a:pt x="798" y="1441"/>
                    </a:cubicBezTo>
                    <a:cubicBezTo>
                      <a:pt x="869" y="1405"/>
                      <a:pt x="929" y="1358"/>
                      <a:pt x="965" y="1286"/>
                    </a:cubicBezTo>
                    <a:cubicBezTo>
                      <a:pt x="988" y="1227"/>
                      <a:pt x="1012" y="1155"/>
                      <a:pt x="1012" y="1084"/>
                    </a:cubicBezTo>
                    <a:cubicBezTo>
                      <a:pt x="1012" y="1000"/>
                      <a:pt x="988" y="929"/>
                      <a:pt x="953" y="870"/>
                    </a:cubicBezTo>
                    <a:cubicBezTo>
                      <a:pt x="917" y="810"/>
                      <a:pt x="857" y="762"/>
                      <a:pt x="762" y="727"/>
                    </a:cubicBezTo>
                    <a:cubicBezTo>
                      <a:pt x="834" y="691"/>
                      <a:pt x="881" y="643"/>
                      <a:pt x="917" y="584"/>
                    </a:cubicBezTo>
                    <a:cubicBezTo>
                      <a:pt x="953" y="536"/>
                      <a:pt x="977" y="465"/>
                      <a:pt x="977" y="393"/>
                    </a:cubicBezTo>
                    <a:cubicBezTo>
                      <a:pt x="977" y="322"/>
                      <a:pt x="953" y="250"/>
                      <a:pt x="917" y="191"/>
                    </a:cubicBezTo>
                    <a:cubicBezTo>
                      <a:pt x="881" y="131"/>
                      <a:pt x="834" y="84"/>
                      <a:pt x="762" y="48"/>
                    </a:cubicBezTo>
                    <a:cubicBezTo>
                      <a:pt x="691" y="12"/>
                      <a:pt x="607" y="0"/>
                      <a:pt x="5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  <p:sp>
            <p:nvSpPr>
              <p:cNvPr id="41" name="Google Shape;1048;p42">
                <a:extLst>
                  <a:ext uri="{FF2B5EF4-FFF2-40B4-BE49-F238E27FC236}">
                    <a16:creationId xmlns:a16="http://schemas.microsoft.com/office/drawing/2014/main" id="{358AC2B0-256A-ED49-AB22-0981923B6298}"/>
                  </a:ext>
                </a:extLst>
              </p:cNvPr>
              <p:cNvSpPr/>
              <p:nvPr/>
            </p:nvSpPr>
            <p:spPr>
              <a:xfrm>
                <a:off x="5760525" y="6626150"/>
                <a:ext cx="256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501" extrusionOk="0">
                    <a:moveTo>
                      <a:pt x="501" y="155"/>
                    </a:moveTo>
                    <a:cubicBezTo>
                      <a:pt x="572" y="155"/>
                      <a:pt x="632" y="167"/>
                      <a:pt x="679" y="191"/>
                    </a:cubicBezTo>
                    <a:cubicBezTo>
                      <a:pt x="727" y="227"/>
                      <a:pt x="751" y="262"/>
                      <a:pt x="775" y="310"/>
                    </a:cubicBezTo>
                    <a:cubicBezTo>
                      <a:pt x="798" y="358"/>
                      <a:pt x="810" y="417"/>
                      <a:pt x="810" y="477"/>
                    </a:cubicBezTo>
                    <a:cubicBezTo>
                      <a:pt x="810" y="536"/>
                      <a:pt x="798" y="596"/>
                      <a:pt x="775" y="643"/>
                    </a:cubicBezTo>
                    <a:cubicBezTo>
                      <a:pt x="751" y="691"/>
                      <a:pt x="715" y="727"/>
                      <a:pt x="679" y="762"/>
                    </a:cubicBezTo>
                    <a:cubicBezTo>
                      <a:pt x="632" y="786"/>
                      <a:pt x="572" y="798"/>
                      <a:pt x="501" y="798"/>
                    </a:cubicBezTo>
                    <a:cubicBezTo>
                      <a:pt x="429" y="798"/>
                      <a:pt x="370" y="786"/>
                      <a:pt x="322" y="762"/>
                    </a:cubicBezTo>
                    <a:cubicBezTo>
                      <a:pt x="286" y="739"/>
                      <a:pt x="251" y="691"/>
                      <a:pt x="227" y="643"/>
                    </a:cubicBezTo>
                    <a:cubicBezTo>
                      <a:pt x="203" y="596"/>
                      <a:pt x="203" y="548"/>
                      <a:pt x="203" y="489"/>
                    </a:cubicBezTo>
                    <a:cubicBezTo>
                      <a:pt x="203" y="429"/>
                      <a:pt x="203" y="369"/>
                      <a:pt x="227" y="322"/>
                    </a:cubicBezTo>
                    <a:cubicBezTo>
                      <a:pt x="251" y="274"/>
                      <a:pt x="286" y="227"/>
                      <a:pt x="334" y="203"/>
                    </a:cubicBezTo>
                    <a:cubicBezTo>
                      <a:pt x="382" y="167"/>
                      <a:pt x="441" y="155"/>
                      <a:pt x="501" y="155"/>
                    </a:cubicBezTo>
                    <a:close/>
                    <a:moveTo>
                      <a:pt x="489" y="0"/>
                    </a:moveTo>
                    <a:cubicBezTo>
                      <a:pt x="394" y="0"/>
                      <a:pt x="310" y="12"/>
                      <a:pt x="239" y="60"/>
                    </a:cubicBezTo>
                    <a:cubicBezTo>
                      <a:pt x="167" y="96"/>
                      <a:pt x="108" y="155"/>
                      <a:pt x="60" y="227"/>
                    </a:cubicBezTo>
                    <a:cubicBezTo>
                      <a:pt x="24" y="298"/>
                      <a:pt x="1" y="381"/>
                      <a:pt x="1" y="489"/>
                    </a:cubicBezTo>
                    <a:cubicBezTo>
                      <a:pt x="1" y="572"/>
                      <a:pt x="13" y="655"/>
                      <a:pt x="48" y="727"/>
                    </a:cubicBezTo>
                    <a:cubicBezTo>
                      <a:pt x="84" y="798"/>
                      <a:pt x="132" y="858"/>
                      <a:pt x="203" y="893"/>
                    </a:cubicBezTo>
                    <a:cubicBezTo>
                      <a:pt x="275" y="941"/>
                      <a:pt x="358" y="953"/>
                      <a:pt x="465" y="953"/>
                    </a:cubicBezTo>
                    <a:cubicBezTo>
                      <a:pt x="513" y="953"/>
                      <a:pt x="572" y="953"/>
                      <a:pt x="620" y="929"/>
                    </a:cubicBezTo>
                    <a:cubicBezTo>
                      <a:pt x="667" y="917"/>
                      <a:pt x="703" y="893"/>
                      <a:pt x="751" y="870"/>
                    </a:cubicBezTo>
                    <a:cubicBezTo>
                      <a:pt x="786" y="846"/>
                      <a:pt x="810" y="810"/>
                      <a:pt x="834" y="786"/>
                    </a:cubicBezTo>
                    <a:lnTo>
                      <a:pt x="834" y="786"/>
                    </a:lnTo>
                    <a:cubicBezTo>
                      <a:pt x="822" y="893"/>
                      <a:pt x="822" y="1000"/>
                      <a:pt x="798" y="1084"/>
                    </a:cubicBezTo>
                    <a:cubicBezTo>
                      <a:pt x="775" y="1167"/>
                      <a:pt x="751" y="1239"/>
                      <a:pt x="703" y="1274"/>
                    </a:cubicBezTo>
                    <a:cubicBezTo>
                      <a:pt x="656" y="1322"/>
                      <a:pt x="584" y="1346"/>
                      <a:pt x="501" y="1346"/>
                    </a:cubicBezTo>
                    <a:cubicBezTo>
                      <a:pt x="441" y="1346"/>
                      <a:pt x="394" y="1334"/>
                      <a:pt x="358" y="1310"/>
                    </a:cubicBezTo>
                    <a:cubicBezTo>
                      <a:pt x="322" y="1286"/>
                      <a:pt x="298" y="1262"/>
                      <a:pt x="275" y="1215"/>
                    </a:cubicBezTo>
                    <a:cubicBezTo>
                      <a:pt x="251" y="1167"/>
                      <a:pt x="251" y="1120"/>
                      <a:pt x="251" y="1048"/>
                    </a:cubicBezTo>
                    <a:lnTo>
                      <a:pt x="60" y="1048"/>
                    </a:lnTo>
                    <a:cubicBezTo>
                      <a:pt x="60" y="1131"/>
                      <a:pt x="72" y="1215"/>
                      <a:pt x="96" y="1286"/>
                    </a:cubicBezTo>
                    <a:cubicBezTo>
                      <a:pt x="132" y="1346"/>
                      <a:pt x="179" y="1405"/>
                      <a:pt x="239" y="1441"/>
                    </a:cubicBezTo>
                    <a:cubicBezTo>
                      <a:pt x="310" y="1477"/>
                      <a:pt x="394" y="1501"/>
                      <a:pt x="489" y="1501"/>
                    </a:cubicBezTo>
                    <a:cubicBezTo>
                      <a:pt x="584" y="1501"/>
                      <a:pt x="656" y="1489"/>
                      <a:pt x="715" y="1465"/>
                    </a:cubicBezTo>
                    <a:cubicBezTo>
                      <a:pt x="786" y="1429"/>
                      <a:pt x="846" y="1381"/>
                      <a:pt x="882" y="1322"/>
                    </a:cubicBezTo>
                    <a:cubicBezTo>
                      <a:pt x="929" y="1262"/>
                      <a:pt x="965" y="1179"/>
                      <a:pt x="989" y="1084"/>
                    </a:cubicBezTo>
                    <a:cubicBezTo>
                      <a:pt x="1013" y="977"/>
                      <a:pt x="1025" y="858"/>
                      <a:pt x="1025" y="703"/>
                    </a:cubicBezTo>
                    <a:cubicBezTo>
                      <a:pt x="1025" y="572"/>
                      <a:pt x="1013" y="453"/>
                      <a:pt x="989" y="369"/>
                    </a:cubicBezTo>
                    <a:cubicBezTo>
                      <a:pt x="965" y="274"/>
                      <a:pt x="929" y="203"/>
                      <a:pt x="882" y="143"/>
                    </a:cubicBezTo>
                    <a:cubicBezTo>
                      <a:pt x="834" y="96"/>
                      <a:pt x="775" y="60"/>
                      <a:pt x="715" y="36"/>
                    </a:cubicBezTo>
                    <a:cubicBezTo>
                      <a:pt x="644" y="0"/>
                      <a:pt x="572" y="0"/>
                      <a:pt x="4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sz="2400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1546;p58">
            <a:extLst>
              <a:ext uri="{FF2B5EF4-FFF2-40B4-BE49-F238E27FC236}">
                <a16:creationId xmlns:a16="http://schemas.microsoft.com/office/drawing/2014/main" id="{FE9F73BE-33BA-F5AD-E3C5-A4D0E9AB5537}"/>
              </a:ext>
            </a:extLst>
          </p:cNvPr>
          <p:cNvSpPr/>
          <p:nvPr/>
        </p:nvSpPr>
        <p:spPr>
          <a:xfrm rot="3434011" flipH="1">
            <a:off x="-464479" y="-604613"/>
            <a:ext cx="7173728" cy="8159519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545" name="Google Shape;1545;p58"/>
          <p:cNvSpPr/>
          <p:nvPr/>
        </p:nvSpPr>
        <p:spPr>
          <a:xfrm>
            <a:off x="5587433" y="1509400"/>
            <a:ext cx="5991200" cy="449870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546" name="Google Shape;1546;p58"/>
          <p:cNvSpPr/>
          <p:nvPr/>
        </p:nvSpPr>
        <p:spPr>
          <a:xfrm rot="7138556" flipH="1">
            <a:off x="9798823" y="39353"/>
            <a:ext cx="2226909" cy="2442783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547" name="Google Shape;1547;p58"/>
          <p:cNvSpPr/>
          <p:nvPr/>
        </p:nvSpPr>
        <p:spPr>
          <a:xfrm flipH="1">
            <a:off x="9177212" y="-127668"/>
            <a:ext cx="3342955" cy="2110359"/>
          </a:xfrm>
          <a:custGeom>
            <a:avLst/>
            <a:gdLst/>
            <a:ahLst/>
            <a:cxnLst/>
            <a:rect l="l" t="t" r="r" b="b"/>
            <a:pathLst>
              <a:path w="138827" h="74039" extrusionOk="0">
                <a:moveTo>
                  <a:pt x="138684" y="0"/>
                </a:moveTo>
                <a:cubicBezTo>
                  <a:pt x="138684" y="10680"/>
                  <a:pt x="139255" y="21531"/>
                  <a:pt x="137160" y="32004"/>
                </a:cubicBezTo>
                <a:cubicBezTo>
                  <a:pt x="135360" y="41002"/>
                  <a:pt x="127278" y="48900"/>
                  <a:pt x="118872" y="52578"/>
                </a:cubicBezTo>
                <a:cubicBezTo>
                  <a:pt x="109906" y="56501"/>
                  <a:pt x="99131" y="55640"/>
                  <a:pt x="89535" y="53721"/>
                </a:cubicBezTo>
                <a:cubicBezTo>
                  <a:pt x="83297" y="52473"/>
                  <a:pt x="75235" y="51029"/>
                  <a:pt x="72390" y="45339"/>
                </a:cubicBezTo>
                <a:cubicBezTo>
                  <a:pt x="70830" y="42220"/>
                  <a:pt x="70855" y="35625"/>
                  <a:pt x="74295" y="35052"/>
                </a:cubicBezTo>
                <a:cubicBezTo>
                  <a:pt x="80063" y="34091"/>
                  <a:pt x="85619" y="43857"/>
                  <a:pt x="84201" y="49530"/>
                </a:cubicBezTo>
                <a:cubicBezTo>
                  <a:pt x="82305" y="57114"/>
                  <a:pt x="74704" y="62339"/>
                  <a:pt x="68199" y="66675"/>
                </a:cubicBezTo>
                <a:cubicBezTo>
                  <a:pt x="57793" y="73613"/>
                  <a:pt x="43652" y="71601"/>
                  <a:pt x="31242" y="73152"/>
                </a:cubicBezTo>
                <a:cubicBezTo>
                  <a:pt x="20859" y="74450"/>
                  <a:pt x="9359" y="74783"/>
                  <a:pt x="0" y="70104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pic>
        <p:nvPicPr>
          <p:cNvPr id="1550" name="Google Shape;155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7718" y="960665"/>
            <a:ext cx="3896569" cy="115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7009" y="6138801"/>
            <a:ext cx="3342967" cy="481396"/>
          </a:xfrm>
          <a:prstGeom prst="rect">
            <a:avLst/>
          </a:prstGeom>
          <a:noFill/>
          <a:ln>
            <a:noFill/>
          </a:ln>
        </p:spPr>
      </p:pic>
      <p:sp>
        <p:nvSpPr>
          <p:cNvPr id="1555" name="Google Shape;1555;p58"/>
          <p:cNvSpPr/>
          <p:nvPr/>
        </p:nvSpPr>
        <p:spPr>
          <a:xfrm rot="10800000" flipH="1">
            <a:off x="-42197" y="5325985"/>
            <a:ext cx="3591033" cy="1625633"/>
          </a:xfrm>
          <a:custGeom>
            <a:avLst/>
            <a:gdLst/>
            <a:ahLst/>
            <a:cxnLst/>
            <a:rect l="l" t="t" r="r" b="b"/>
            <a:pathLst>
              <a:path w="107731" h="48769" extrusionOk="0">
                <a:moveTo>
                  <a:pt x="670" y="1143"/>
                </a:moveTo>
                <a:cubicBezTo>
                  <a:pt x="-1849" y="12476"/>
                  <a:pt x="3369" y="26715"/>
                  <a:pt x="12481" y="33909"/>
                </a:cubicBezTo>
                <a:cubicBezTo>
                  <a:pt x="27156" y="45495"/>
                  <a:pt x="48825" y="51779"/>
                  <a:pt x="66964" y="47244"/>
                </a:cubicBezTo>
                <a:cubicBezTo>
                  <a:pt x="77425" y="44629"/>
                  <a:pt x="88565" y="39169"/>
                  <a:pt x="94396" y="30099"/>
                </a:cubicBezTo>
                <a:cubicBezTo>
                  <a:pt x="100330" y="20868"/>
                  <a:pt x="102823" y="9815"/>
                  <a:pt x="107731" y="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e-IL" sz="2400"/>
          </a:p>
        </p:txBody>
      </p:sp>
      <p:sp>
        <p:nvSpPr>
          <p:cNvPr id="8" name="כותרת 4">
            <a:extLst>
              <a:ext uri="{FF2B5EF4-FFF2-40B4-BE49-F238E27FC236}">
                <a16:creationId xmlns:a16="http://schemas.microsoft.com/office/drawing/2014/main" id="{15A28333-D20F-60D9-57CA-95E2A5CFB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291" y="1548010"/>
            <a:ext cx="2470409" cy="1193963"/>
          </a:xfrm>
        </p:spPr>
        <p:txBody>
          <a:bodyPr/>
          <a:lstStyle/>
          <a:p>
            <a:r>
              <a:rPr lang="he-IL" sz="54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מדדים</a:t>
            </a:r>
          </a:p>
        </p:txBody>
      </p:sp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B0FEA04B-FF24-0EBC-0B64-9BAC77E03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5266" y="2307291"/>
            <a:ext cx="5003486" cy="2432778"/>
          </a:xfrm>
        </p:spPr>
        <p:txBody>
          <a:bodyPr/>
          <a:lstStyle/>
          <a:p>
            <a:pPr algn="r" rtl="1"/>
            <a:r>
              <a:rPr lang="he-IL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איך נמדוד את התוצאות?</a:t>
            </a:r>
          </a:p>
          <a:p>
            <a:pPr algn="r" rtl="1"/>
            <a:r>
              <a:rPr lang="he-IL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1) הערכת דיוק כללי של המודל בזיהוי פגמים.</a:t>
            </a:r>
          </a:p>
          <a:p>
            <a:pPr algn="r" rtl="1"/>
            <a:r>
              <a:rPr lang="he-IL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2) בדיקה של דיוק בכל שלב בעיבוד (</a:t>
            </a:r>
            <a:r>
              <a:rPr lang="en-US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Pipeline</a:t>
            </a:r>
            <a:r>
              <a:rPr lang="he-IL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): סיווג, זיהוי מיקום וסגמנטציה.</a:t>
            </a:r>
          </a:p>
          <a:p>
            <a:pPr marL="139700" indent="0" algn="r" rtl="1"/>
            <a:endParaRPr lang="he-IL" sz="16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139700" indent="0" algn="r" rtl="1"/>
            <a:r>
              <a:rPr lang="he-IL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פרוטוקולים ונתוני אמת:</a:t>
            </a:r>
          </a:p>
          <a:p>
            <a:pPr marL="425450" indent="-285750" algn="r" rtl="1">
              <a:buFont typeface="Arial" panose="020B0604020202020204" pitchFamily="34" charset="0"/>
              <a:buChar char="•"/>
            </a:pPr>
            <a:r>
              <a:rPr lang="he-IL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שימוש בנתוני אמת שנוצרו בצורה סינתטית.</a:t>
            </a:r>
          </a:p>
          <a:p>
            <a:pPr marL="425450" indent="-285750" algn="r" rtl="1">
              <a:buFont typeface="Arial" panose="020B0604020202020204" pitchFamily="34" charset="0"/>
              <a:buChar char="•"/>
            </a:pPr>
            <a:r>
              <a:rPr lang="he-IL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הגדרת פרוטוקול ברור לאימון והערכה שכולל חלוקה ל-</a:t>
            </a:r>
            <a:r>
              <a:rPr lang="en-US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Validation</a:t>
            </a:r>
            <a:r>
              <a:rPr lang="he-IL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, </a:t>
            </a:r>
            <a:r>
              <a:rPr lang="en-US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Training</a:t>
            </a:r>
            <a:r>
              <a:rPr lang="he-IL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, </a:t>
            </a:r>
            <a:r>
              <a:rPr lang="en-US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Test set</a:t>
            </a:r>
            <a:r>
              <a:rPr lang="he-IL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</a:p>
          <a:p>
            <a:pPr marL="425450" indent="-285750" algn="r" rtl="1">
              <a:buFont typeface="Arial" panose="020B0604020202020204" pitchFamily="34" charset="0"/>
              <a:buChar char="•"/>
            </a:pPr>
            <a:endParaRPr lang="he-IL" sz="16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 rtl="1"/>
            <a:endParaRPr lang="he-IL" sz="16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0" name="כותרת משנה 2">
            <a:extLst>
              <a:ext uri="{FF2B5EF4-FFF2-40B4-BE49-F238E27FC236}">
                <a16:creationId xmlns:a16="http://schemas.microsoft.com/office/drawing/2014/main" id="{5B1A81FA-C0A9-09FC-932E-EE9E62347871}"/>
              </a:ext>
            </a:extLst>
          </p:cNvPr>
          <p:cNvSpPr txBox="1">
            <a:spLocks/>
          </p:cNvSpPr>
          <p:nvPr/>
        </p:nvSpPr>
        <p:spPr>
          <a:xfrm>
            <a:off x="6063563" y="5205038"/>
            <a:ext cx="5003486" cy="100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39700" indent="0" algn="r" rtl="1"/>
            <a:r>
              <a:rPr lang="he-IL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כך נוודא שהמודל לא "לומד" רק על הדאטה שאימנו אותו אלא נבצע זיהוי גם על תמונות חדשות.</a:t>
            </a:r>
          </a:p>
        </p:txBody>
      </p:sp>
      <p:sp>
        <p:nvSpPr>
          <p:cNvPr id="23" name="Google Shape;1344;p50">
            <a:extLst>
              <a:ext uri="{FF2B5EF4-FFF2-40B4-BE49-F238E27FC236}">
                <a16:creationId xmlns:a16="http://schemas.microsoft.com/office/drawing/2014/main" id="{F1DD67C5-B80C-2A81-ED0A-F524C925DCF3}"/>
              </a:ext>
            </a:extLst>
          </p:cNvPr>
          <p:cNvSpPr/>
          <p:nvPr/>
        </p:nvSpPr>
        <p:spPr>
          <a:xfrm>
            <a:off x="492872" y="393083"/>
            <a:ext cx="2844732" cy="136492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 dirty="0"/>
          </a:p>
        </p:txBody>
      </p:sp>
      <p:sp>
        <p:nvSpPr>
          <p:cNvPr id="24" name="Google Shape;1345;p50">
            <a:extLst>
              <a:ext uri="{FF2B5EF4-FFF2-40B4-BE49-F238E27FC236}">
                <a16:creationId xmlns:a16="http://schemas.microsoft.com/office/drawing/2014/main" id="{C15038AF-FACC-4DEE-568F-6B472FA7FB57}"/>
              </a:ext>
            </a:extLst>
          </p:cNvPr>
          <p:cNvSpPr txBox="1"/>
          <p:nvPr/>
        </p:nvSpPr>
        <p:spPr>
          <a:xfrm>
            <a:off x="930245" y="332124"/>
            <a:ext cx="1930693" cy="72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3200" dirty="0">
                <a:solidFill>
                  <a:schemeClr val="dk1"/>
                </a:solidFill>
                <a:latin typeface="Segoe UI Semilight" panose="020B0402040204020203" pitchFamily="34" charset="0"/>
                <a:ea typeface="Corben"/>
                <a:cs typeface="Segoe UI Semilight" panose="020B0402040204020203" pitchFamily="34" charset="0"/>
                <a:sym typeface="Corben"/>
              </a:rPr>
              <a:t>Accuracy</a:t>
            </a:r>
            <a:endParaRPr sz="32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sp>
        <p:nvSpPr>
          <p:cNvPr id="25" name="Google Shape;1346;p50">
            <a:extLst>
              <a:ext uri="{FF2B5EF4-FFF2-40B4-BE49-F238E27FC236}">
                <a16:creationId xmlns:a16="http://schemas.microsoft.com/office/drawing/2014/main" id="{7CBB45D8-48E3-4A69-E7C5-BBE85B2D96C0}"/>
              </a:ext>
            </a:extLst>
          </p:cNvPr>
          <p:cNvSpPr txBox="1"/>
          <p:nvPr/>
        </p:nvSpPr>
        <p:spPr>
          <a:xfrm>
            <a:off x="603698" y="915659"/>
            <a:ext cx="2677985" cy="77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 rtl="1"/>
            <a:r>
              <a:rPr lang="he-IL" sz="1733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אחוז זיהוי נכון של פגמים</a:t>
            </a:r>
            <a:endParaRPr sz="1733"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sp>
        <p:nvSpPr>
          <p:cNvPr id="26" name="Google Shape;1344;p50">
            <a:extLst>
              <a:ext uri="{FF2B5EF4-FFF2-40B4-BE49-F238E27FC236}">
                <a16:creationId xmlns:a16="http://schemas.microsoft.com/office/drawing/2014/main" id="{4DDD1B5A-F9E0-C431-D1B1-CD1CE1B2FA7A}"/>
              </a:ext>
            </a:extLst>
          </p:cNvPr>
          <p:cNvSpPr/>
          <p:nvPr/>
        </p:nvSpPr>
        <p:spPr>
          <a:xfrm>
            <a:off x="492872" y="1982691"/>
            <a:ext cx="2844731" cy="136492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 dirty="0"/>
          </a:p>
        </p:txBody>
      </p:sp>
      <p:sp>
        <p:nvSpPr>
          <p:cNvPr id="27" name="Google Shape;1345;p50">
            <a:extLst>
              <a:ext uri="{FF2B5EF4-FFF2-40B4-BE49-F238E27FC236}">
                <a16:creationId xmlns:a16="http://schemas.microsoft.com/office/drawing/2014/main" id="{9212017C-4298-A9D4-99F9-E4B5C540304C}"/>
              </a:ext>
            </a:extLst>
          </p:cNvPr>
          <p:cNvSpPr txBox="1"/>
          <p:nvPr/>
        </p:nvSpPr>
        <p:spPr>
          <a:xfrm>
            <a:off x="911301" y="2011365"/>
            <a:ext cx="1930693" cy="72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3200" dirty="0">
                <a:solidFill>
                  <a:schemeClr val="dk1"/>
                </a:solidFill>
                <a:latin typeface="Segoe UI Semilight" panose="020B0402040204020203" pitchFamily="34" charset="0"/>
                <a:ea typeface="Corben"/>
                <a:cs typeface="Segoe UI Semilight" panose="020B0402040204020203" pitchFamily="34" charset="0"/>
                <a:sym typeface="Corben"/>
              </a:rPr>
              <a:t>F1 Score</a:t>
            </a:r>
            <a:endParaRPr sz="32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sp>
        <p:nvSpPr>
          <p:cNvPr id="28" name="Google Shape;1346;p50">
            <a:extLst>
              <a:ext uri="{FF2B5EF4-FFF2-40B4-BE49-F238E27FC236}">
                <a16:creationId xmlns:a16="http://schemas.microsoft.com/office/drawing/2014/main" id="{583D334B-CC00-5FBD-FCF0-A1A0F81CD40D}"/>
              </a:ext>
            </a:extLst>
          </p:cNvPr>
          <p:cNvSpPr txBox="1"/>
          <p:nvPr/>
        </p:nvSpPr>
        <p:spPr>
          <a:xfrm>
            <a:off x="614114" y="2589035"/>
            <a:ext cx="2677985" cy="77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 rtl="1"/>
            <a:r>
              <a:rPr lang="he-IL" sz="1733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איזון בין </a:t>
            </a:r>
            <a:r>
              <a:rPr lang="en-US" sz="1733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Precision</a:t>
            </a:r>
            <a:r>
              <a:rPr lang="he-IL" sz="1733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ל-</a:t>
            </a:r>
            <a:r>
              <a:rPr lang="en-US" sz="1733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Recall</a:t>
            </a:r>
            <a:endParaRPr sz="1733"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sp>
        <p:nvSpPr>
          <p:cNvPr id="29" name="Google Shape;1344;p50">
            <a:extLst>
              <a:ext uri="{FF2B5EF4-FFF2-40B4-BE49-F238E27FC236}">
                <a16:creationId xmlns:a16="http://schemas.microsoft.com/office/drawing/2014/main" id="{C32265C8-F0EE-E89E-E24F-56802A2E2CCE}"/>
              </a:ext>
            </a:extLst>
          </p:cNvPr>
          <p:cNvSpPr/>
          <p:nvPr/>
        </p:nvSpPr>
        <p:spPr>
          <a:xfrm>
            <a:off x="507391" y="3572299"/>
            <a:ext cx="2844729" cy="136492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 dirty="0"/>
          </a:p>
        </p:txBody>
      </p:sp>
      <p:sp>
        <p:nvSpPr>
          <p:cNvPr id="30" name="Google Shape;1344;p50">
            <a:extLst>
              <a:ext uri="{FF2B5EF4-FFF2-40B4-BE49-F238E27FC236}">
                <a16:creationId xmlns:a16="http://schemas.microsoft.com/office/drawing/2014/main" id="{19A3215C-AC03-B9CD-1741-A81B826618BE}"/>
              </a:ext>
            </a:extLst>
          </p:cNvPr>
          <p:cNvSpPr/>
          <p:nvPr/>
        </p:nvSpPr>
        <p:spPr>
          <a:xfrm>
            <a:off x="507392" y="5152958"/>
            <a:ext cx="2844728" cy="159454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 dirty="0"/>
          </a:p>
        </p:txBody>
      </p:sp>
      <p:sp>
        <p:nvSpPr>
          <p:cNvPr id="31" name="Google Shape;1346;p50">
            <a:extLst>
              <a:ext uri="{FF2B5EF4-FFF2-40B4-BE49-F238E27FC236}">
                <a16:creationId xmlns:a16="http://schemas.microsoft.com/office/drawing/2014/main" id="{EC0477EC-D13F-8B5A-2E5B-C6000AA0CA75}"/>
              </a:ext>
            </a:extLst>
          </p:cNvPr>
          <p:cNvSpPr txBox="1"/>
          <p:nvPr/>
        </p:nvSpPr>
        <p:spPr>
          <a:xfrm>
            <a:off x="618217" y="5787559"/>
            <a:ext cx="2677985" cy="77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 rtl="1"/>
            <a:r>
              <a:rPr lang="he-IL" sz="1733" dirty="0">
                <a:solidFill>
                  <a:schemeClr val="dk1"/>
                </a:solidFill>
                <a:latin typeface="Segoe UI Semilight" panose="020B0402040204020203" pitchFamily="34" charset="0"/>
                <a:ea typeface="Roboto"/>
                <a:cs typeface="Segoe UI Semilight" panose="020B0402040204020203" pitchFamily="34" charset="0"/>
                <a:sym typeface="Roboto"/>
              </a:rPr>
              <a:t>בודק אם המודל זיהה את הפגם וגם אם הוא שם אותו במקום הנכון.</a:t>
            </a:r>
            <a:endParaRPr sz="1733"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sp>
        <p:nvSpPr>
          <p:cNvPr id="32" name="Google Shape;1346;p50">
            <a:extLst>
              <a:ext uri="{FF2B5EF4-FFF2-40B4-BE49-F238E27FC236}">
                <a16:creationId xmlns:a16="http://schemas.microsoft.com/office/drawing/2014/main" id="{CD473E9B-49E8-57F9-D9F2-09369F5DD79B}"/>
              </a:ext>
            </a:extLst>
          </p:cNvPr>
          <p:cNvSpPr txBox="1"/>
          <p:nvPr/>
        </p:nvSpPr>
        <p:spPr>
          <a:xfrm>
            <a:off x="578570" y="4254783"/>
            <a:ext cx="2677985" cy="77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 rtl="1"/>
            <a:r>
              <a:rPr lang="he-IL" sz="1733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מדידת חפיפה בין פגמים אמיתיים לחזויות המודל</a:t>
            </a:r>
            <a:endParaRPr sz="1733" dirty="0">
              <a:solidFill>
                <a:schemeClr val="dk1"/>
              </a:solidFill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  <p:sp>
        <p:nvSpPr>
          <p:cNvPr id="33" name="Google Shape;1345;p50">
            <a:extLst>
              <a:ext uri="{FF2B5EF4-FFF2-40B4-BE49-F238E27FC236}">
                <a16:creationId xmlns:a16="http://schemas.microsoft.com/office/drawing/2014/main" id="{AAB7F942-D18E-366D-7D14-5CF985EC6390}"/>
              </a:ext>
            </a:extLst>
          </p:cNvPr>
          <p:cNvSpPr txBox="1"/>
          <p:nvPr/>
        </p:nvSpPr>
        <p:spPr>
          <a:xfrm>
            <a:off x="365383" y="5284410"/>
            <a:ext cx="3151816" cy="731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 algn="ctr"/>
            <a:r>
              <a:rPr lang="en-US" sz="3200" dirty="0" err="1">
                <a:solidFill>
                  <a:schemeClr val="dk1"/>
                </a:solidFill>
                <a:latin typeface="Segoe UI Semilight" panose="020B0402040204020203" pitchFamily="34" charset="0"/>
                <a:ea typeface="Corben"/>
                <a:cs typeface="Segoe UI Semilight" panose="020B0402040204020203" pitchFamily="34" charset="0"/>
                <a:sym typeface="Corben"/>
              </a:rPr>
              <a:t>mAP</a:t>
            </a:r>
            <a:r>
              <a:rPr lang="en-US" sz="3200" dirty="0">
                <a:solidFill>
                  <a:schemeClr val="dk1"/>
                </a:solidFill>
                <a:latin typeface="Segoe UI Semilight" panose="020B0402040204020203" pitchFamily="34" charset="0"/>
                <a:ea typeface="Corben"/>
                <a:cs typeface="Segoe UI Semilight" panose="020B0402040204020203" pitchFamily="34" charset="0"/>
                <a:sym typeface="Corben"/>
              </a:rPr>
              <a:t> </a:t>
            </a:r>
          </a:p>
          <a:p>
            <a:pPr lvl="0" algn="ctr"/>
            <a:r>
              <a:rPr lang="en-US" sz="2000" dirty="0">
                <a:solidFill>
                  <a:schemeClr val="dk1"/>
                </a:solidFill>
                <a:latin typeface="Segoe UI Semilight" panose="020B0402040204020203" pitchFamily="34" charset="0"/>
                <a:ea typeface="Corben"/>
                <a:cs typeface="Segoe UI Semilight" panose="020B0402040204020203" pitchFamily="34" charset="0"/>
                <a:sym typeface="Corben"/>
              </a:rPr>
              <a:t>(mean Average Precision)</a:t>
            </a:r>
            <a:endParaRPr sz="20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  <p:sp>
        <p:nvSpPr>
          <p:cNvPr id="34" name="Google Shape;1345;p50">
            <a:extLst>
              <a:ext uri="{FF2B5EF4-FFF2-40B4-BE49-F238E27FC236}">
                <a16:creationId xmlns:a16="http://schemas.microsoft.com/office/drawing/2014/main" id="{1FF29D10-C174-8DD0-0C65-F8A74A44BFCC}"/>
              </a:ext>
            </a:extLst>
          </p:cNvPr>
          <p:cNvSpPr txBox="1"/>
          <p:nvPr/>
        </p:nvSpPr>
        <p:spPr>
          <a:xfrm>
            <a:off x="345559" y="3656985"/>
            <a:ext cx="3151817" cy="817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 algn="ctr"/>
            <a:r>
              <a:rPr lang="en-US" sz="3200" dirty="0" err="1">
                <a:solidFill>
                  <a:schemeClr val="dk1"/>
                </a:solidFill>
                <a:latin typeface="Segoe UI Semilight" panose="020B0402040204020203" pitchFamily="34" charset="0"/>
                <a:ea typeface="Corben"/>
                <a:cs typeface="Segoe UI Semilight" panose="020B0402040204020203" pitchFamily="34" charset="0"/>
                <a:sym typeface="Corben"/>
              </a:rPr>
              <a:t>IoU</a:t>
            </a:r>
            <a:r>
              <a:rPr lang="en-US" sz="3200" dirty="0">
                <a:solidFill>
                  <a:schemeClr val="dk1"/>
                </a:solidFill>
                <a:latin typeface="Segoe UI Semilight" panose="020B0402040204020203" pitchFamily="34" charset="0"/>
                <a:ea typeface="Corben"/>
                <a:cs typeface="Segoe UI Semilight" panose="020B0402040204020203" pitchFamily="34" charset="0"/>
                <a:sym typeface="Corben"/>
              </a:rPr>
              <a:t> </a:t>
            </a:r>
          </a:p>
          <a:p>
            <a:pPr lvl="0" algn="ctr"/>
            <a:r>
              <a:rPr lang="en-US" sz="2000" dirty="0">
                <a:solidFill>
                  <a:schemeClr val="dk1"/>
                </a:solidFill>
                <a:latin typeface="Segoe UI Semilight" panose="020B0402040204020203" pitchFamily="34" charset="0"/>
                <a:ea typeface="Corben"/>
                <a:cs typeface="Segoe UI Semilight" panose="020B0402040204020203" pitchFamily="34" charset="0"/>
                <a:sym typeface="Corben"/>
              </a:rPr>
              <a:t>(Intersection over Union)</a:t>
            </a:r>
            <a:endParaRPr sz="2000" dirty="0">
              <a:solidFill>
                <a:schemeClr val="dk1"/>
              </a:solidFill>
              <a:latin typeface="Segoe UI Semilight" panose="020B0402040204020203" pitchFamily="34" charset="0"/>
              <a:ea typeface="Corben"/>
              <a:cs typeface="Segoe UI Semilight" panose="020B0402040204020203" pitchFamily="34" charset="0"/>
              <a:sym typeface="Corbe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63"/>
          <p:cNvSpPr/>
          <p:nvPr/>
        </p:nvSpPr>
        <p:spPr>
          <a:xfrm rot="-1491726" flipH="1">
            <a:off x="9811055" y="2503269"/>
            <a:ext cx="4249468" cy="4802849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732" name="Google Shape;1732;p63"/>
          <p:cNvSpPr/>
          <p:nvPr/>
        </p:nvSpPr>
        <p:spPr>
          <a:xfrm>
            <a:off x="2890000" y="719167"/>
            <a:ext cx="6412000" cy="3813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733" name="Google Shape;1733;p63"/>
          <p:cNvSpPr/>
          <p:nvPr/>
        </p:nvSpPr>
        <p:spPr>
          <a:xfrm rot="-430171" flipH="1">
            <a:off x="1877837" y="2719726"/>
            <a:ext cx="1909883" cy="1576511"/>
          </a:xfrm>
          <a:custGeom>
            <a:avLst/>
            <a:gdLst/>
            <a:ahLst/>
            <a:cxnLst/>
            <a:rect l="l" t="t" r="r" b="b"/>
            <a:pathLst>
              <a:path w="28707" h="34827" extrusionOk="0">
                <a:moveTo>
                  <a:pt x="15057" y="0"/>
                </a:moveTo>
                <a:cubicBezTo>
                  <a:pt x="11965" y="0"/>
                  <a:pt x="8844" y="1162"/>
                  <a:pt x="6311" y="3392"/>
                </a:cubicBezTo>
                <a:cubicBezTo>
                  <a:pt x="3524" y="5845"/>
                  <a:pt x="1441" y="9547"/>
                  <a:pt x="762" y="14322"/>
                </a:cubicBezTo>
                <a:cubicBezTo>
                  <a:pt x="0" y="19561"/>
                  <a:pt x="1096" y="25371"/>
                  <a:pt x="4036" y="29252"/>
                </a:cubicBezTo>
                <a:cubicBezTo>
                  <a:pt x="6820" y="32928"/>
                  <a:pt x="10801" y="34827"/>
                  <a:pt x="14778" y="34827"/>
                </a:cubicBezTo>
                <a:cubicBezTo>
                  <a:pt x="16535" y="34827"/>
                  <a:pt x="18291" y="34456"/>
                  <a:pt x="19943" y="33705"/>
                </a:cubicBezTo>
                <a:cubicBezTo>
                  <a:pt x="23515" y="32086"/>
                  <a:pt x="26444" y="28764"/>
                  <a:pt x="27575" y="24061"/>
                </a:cubicBezTo>
                <a:cubicBezTo>
                  <a:pt x="28706" y="19334"/>
                  <a:pt x="28540" y="13941"/>
                  <a:pt x="27004" y="9393"/>
                </a:cubicBezTo>
                <a:cubicBezTo>
                  <a:pt x="25206" y="4047"/>
                  <a:pt x="21562" y="904"/>
                  <a:pt x="17062" y="165"/>
                </a:cubicBezTo>
                <a:cubicBezTo>
                  <a:pt x="16399" y="55"/>
                  <a:pt x="15729" y="0"/>
                  <a:pt x="15057" y="0"/>
                </a:cubicBezTo>
                <a:close/>
              </a:path>
            </a:pathLst>
          </a:custGeom>
          <a:solidFill>
            <a:srgbClr val="83B6E5"/>
          </a:solidFill>
          <a:ln>
            <a:solidFill>
              <a:srgbClr val="83B6E5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endParaRPr sz="2400"/>
          </a:p>
        </p:txBody>
      </p:sp>
      <p:sp>
        <p:nvSpPr>
          <p:cNvPr id="1734" name="Google Shape;1734;p63"/>
          <p:cNvSpPr txBox="1">
            <a:spLocks noGrp="1"/>
          </p:cNvSpPr>
          <p:nvPr>
            <p:ph type="title"/>
          </p:nvPr>
        </p:nvSpPr>
        <p:spPr>
          <a:xfrm>
            <a:off x="3590000" y="1868395"/>
            <a:ext cx="5012000" cy="1272400"/>
          </a:xfrm>
          <a:prstGeom prst="rect">
            <a:avLst/>
          </a:prstGeom>
        </p:spPr>
        <p:txBody>
          <a:bodyPr spcFirstLastPara="1" vert="horz" wrap="square" lIns="121900" tIns="121900" rIns="121900" bIns="121900" rtlCol="1" anchor="ctr" anchorCtr="0">
            <a:noAutofit/>
          </a:bodyPr>
          <a:lstStyle/>
          <a:p>
            <a:r>
              <a:rPr lang="he-IL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תודה על ההקשבה</a:t>
            </a:r>
            <a:endParaRPr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1737" name="Google Shape;173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418" y="140532"/>
            <a:ext cx="3896569" cy="115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1569" y="4491270"/>
            <a:ext cx="3633156" cy="44323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346;p50">
            <a:extLst>
              <a:ext uri="{FF2B5EF4-FFF2-40B4-BE49-F238E27FC236}">
                <a16:creationId xmlns:a16="http://schemas.microsoft.com/office/drawing/2014/main" id="{41F1E3E6-902D-DEDF-2C6D-7678B2AD2E53}"/>
              </a:ext>
            </a:extLst>
          </p:cNvPr>
          <p:cNvSpPr txBox="1"/>
          <p:nvPr/>
        </p:nvSpPr>
        <p:spPr>
          <a:xfrm>
            <a:off x="2988146" y="4967764"/>
            <a:ext cx="6168047" cy="7753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ctr" rtl="1"/>
            <a:endParaRPr sz="1733" dirty="0">
              <a:latin typeface="Segoe UI Semilight" panose="020B0402040204020203" pitchFamily="34" charset="0"/>
              <a:ea typeface="Roboto"/>
              <a:cs typeface="Segoe UI Semilight" panose="020B0402040204020203" pitchFamily="34" charset="0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1572</TotalTime>
  <Words>618</Words>
  <Application>Microsoft Office PowerPoint</Application>
  <PresentationFormat>מסך רחב</PresentationFormat>
  <Paragraphs>95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Open Sans Medium</vt:lpstr>
      <vt:lpstr>PT Sans</vt:lpstr>
      <vt:lpstr>Roboto</vt:lpstr>
      <vt:lpstr>Segoe UI Semilight</vt:lpstr>
      <vt:lpstr>ערכת נושא Office</vt:lpstr>
      <vt:lpstr>Real  OR  Fake</vt:lpstr>
      <vt:lpstr>Motivating Use Case</vt:lpstr>
      <vt:lpstr>הגדרת הפרויקט</vt:lpstr>
      <vt:lpstr>מצגת של PowerPoint‏</vt:lpstr>
      <vt:lpstr>מצגת של PowerPoint‏</vt:lpstr>
      <vt:lpstr>התאמות וכיוונון</vt:lpstr>
      <vt:lpstr>מקורות דאטה</vt:lpstr>
      <vt:lpstr>דאטה סינתטית</vt:lpstr>
      <vt:lpstr>מדדים</vt:lpstr>
      <vt:lpstr>תודה על ההקשבה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 mitzmacher</dc:creator>
  <cp:lastModifiedBy>tal mitzmacher</cp:lastModifiedBy>
  <cp:revision>1</cp:revision>
  <dcterms:created xsi:type="dcterms:W3CDTF">2025-12-01T12:58:34Z</dcterms:created>
  <dcterms:modified xsi:type="dcterms:W3CDTF">2025-12-02T15:11:19Z</dcterms:modified>
</cp:coreProperties>
</file>